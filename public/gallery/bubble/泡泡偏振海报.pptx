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3"/>
  </p:sldMasterIdLst>
  <p:sldIdLst>
    <p:sldId id="258" r:id="rId4"/>
  </p:sldIdLst>
  <p:sldSz cx="32398970" cy="43199050"/>
  <p:notesSz cx="6858000" cy="9144000"/>
  <p:custDataLst>
    <p:tags r:id="rId8"/>
  </p:custDataLst>
  <p:defaultTextStyle>
    <a:defPPr>
      <a:defRPr lang="zh-CN"/>
    </a:defPPr>
    <a:lvl1pPr marL="0" algn="l" defTabSz="3686810" rtl="0" eaLnBrk="1" latinLnBrk="0" hangingPunct="1">
      <a:defRPr sz="7260" kern="1200">
        <a:solidFill>
          <a:schemeClr val="tx1"/>
        </a:solidFill>
        <a:latin typeface="+mn-lt"/>
        <a:ea typeface="+mn-ea"/>
        <a:cs typeface="+mn-cs"/>
      </a:defRPr>
    </a:lvl1pPr>
    <a:lvl2pPr marL="1843405" algn="l" defTabSz="3686810" rtl="0" eaLnBrk="1" latinLnBrk="0" hangingPunct="1">
      <a:defRPr sz="7260" kern="1200">
        <a:solidFill>
          <a:schemeClr val="tx1"/>
        </a:solidFill>
        <a:latin typeface="+mn-lt"/>
        <a:ea typeface="+mn-ea"/>
        <a:cs typeface="+mn-cs"/>
      </a:defRPr>
    </a:lvl2pPr>
    <a:lvl3pPr marL="3686810" algn="l" defTabSz="3686810" rtl="0" eaLnBrk="1" latinLnBrk="0" hangingPunct="1">
      <a:defRPr sz="7260" kern="1200">
        <a:solidFill>
          <a:schemeClr val="tx1"/>
        </a:solidFill>
        <a:latin typeface="+mn-lt"/>
        <a:ea typeface="+mn-ea"/>
        <a:cs typeface="+mn-cs"/>
      </a:defRPr>
    </a:lvl3pPr>
    <a:lvl4pPr marL="5530215" algn="l" defTabSz="3686810" rtl="0" eaLnBrk="1" latinLnBrk="0" hangingPunct="1">
      <a:defRPr sz="7260" kern="1200">
        <a:solidFill>
          <a:schemeClr val="tx1"/>
        </a:solidFill>
        <a:latin typeface="+mn-lt"/>
        <a:ea typeface="+mn-ea"/>
        <a:cs typeface="+mn-cs"/>
      </a:defRPr>
    </a:lvl4pPr>
    <a:lvl5pPr marL="7373620" algn="l" defTabSz="3686810" rtl="0" eaLnBrk="1" latinLnBrk="0" hangingPunct="1">
      <a:defRPr sz="7260" kern="1200">
        <a:solidFill>
          <a:schemeClr val="tx1"/>
        </a:solidFill>
        <a:latin typeface="+mn-lt"/>
        <a:ea typeface="+mn-ea"/>
        <a:cs typeface="+mn-cs"/>
      </a:defRPr>
    </a:lvl5pPr>
    <a:lvl6pPr marL="9217025" algn="l" defTabSz="3686810" rtl="0" eaLnBrk="1" latinLnBrk="0" hangingPunct="1">
      <a:defRPr sz="7260" kern="1200">
        <a:solidFill>
          <a:schemeClr val="tx1"/>
        </a:solidFill>
        <a:latin typeface="+mn-lt"/>
        <a:ea typeface="+mn-ea"/>
        <a:cs typeface="+mn-cs"/>
      </a:defRPr>
    </a:lvl6pPr>
    <a:lvl7pPr marL="11060430" algn="l" defTabSz="3686810" rtl="0" eaLnBrk="1" latinLnBrk="0" hangingPunct="1">
      <a:defRPr sz="7260" kern="1200">
        <a:solidFill>
          <a:schemeClr val="tx1"/>
        </a:solidFill>
        <a:latin typeface="+mn-lt"/>
        <a:ea typeface="+mn-ea"/>
        <a:cs typeface="+mn-cs"/>
      </a:defRPr>
    </a:lvl7pPr>
    <a:lvl8pPr marL="12903835" algn="l" defTabSz="3686810" rtl="0" eaLnBrk="1" latinLnBrk="0" hangingPunct="1">
      <a:defRPr sz="7260" kern="1200">
        <a:solidFill>
          <a:schemeClr val="tx1"/>
        </a:solidFill>
        <a:latin typeface="+mn-lt"/>
        <a:ea typeface="+mn-ea"/>
        <a:cs typeface="+mn-cs"/>
      </a:defRPr>
    </a:lvl8pPr>
    <a:lvl9pPr marL="14747240" algn="l" defTabSz="3686810" rtl="0" eaLnBrk="1" latinLnBrk="0" hangingPunct="1">
      <a:defRPr sz="726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CAACA"/>
    <a:srgbClr val="EB6101"/>
    <a:srgbClr val="BF3A00"/>
    <a:srgbClr val="593C00"/>
    <a:srgbClr val="4973C5"/>
    <a:srgbClr val="0976D9"/>
    <a:srgbClr val="0056B9"/>
    <a:srgbClr val="1F8DF1"/>
    <a:srgbClr val="0366C9"/>
    <a:srgbClr val="036F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70"/>
    <p:restoredTop sz="94694"/>
  </p:normalViewPr>
  <p:slideViewPr>
    <p:cSldViewPr snapToGrid="0">
      <p:cViewPr>
        <p:scale>
          <a:sx n="33" d="100"/>
          <a:sy n="33" d="100"/>
        </p:scale>
        <p:origin x="1200" y="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780220" y="14544236"/>
            <a:ext cx="28839961" cy="566408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435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780335" y="22460161"/>
            <a:ext cx="28839730" cy="5048036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638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1214755" indent="0" algn="ctr">
              <a:buNone/>
              <a:defRPr sz="5315"/>
            </a:lvl2pPr>
            <a:lvl3pPr marL="2430145" indent="0" algn="ctr">
              <a:buNone/>
              <a:defRPr sz="4785"/>
            </a:lvl3pPr>
            <a:lvl4pPr marL="3644900" indent="0" algn="ctr">
              <a:buNone/>
              <a:defRPr sz="4250"/>
            </a:lvl4pPr>
            <a:lvl5pPr marL="4860290" indent="0" algn="ctr">
              <a:buNone/>
              <a:defRPr sz="4250"/>
            </a:lvl5pPr>
            <a:lvl6pPr marL="6075045" indent="0" algn="ctr">
              <a:buNone/>
              <a:defRPr sz="4250"/>
            </a:lvl6pPr>
            <a:lvl7pPr marL="7289800" indent="0" algn="ctr">
              <a:buNone/>
              <a:defRPr sz="4250"/>
            </a:lvl7pPr>
            <a:lvl8pPr marL="8505190" indent="0" algn="ctr">
              <a:buNone/>
              <a:defRPr sz="4250"/>
            </a:lvl8pPr>
            <a:lvl9pPr marL="9719945" indent="0" algn="ctr">
              <a:buNone/>
              <a:defRPr sz="425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780220" y="3661286"/>
            <a:ext cx="28839961" cy="4081919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8505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780335" y="9500068"/>
            <a:ext cx="28839730" cy="2991621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6380"/>
            </a:lvl1pPr>
            <a:lvl2pPr>
              <a:defRPr sz="6380"/>
            </a:lvl2pPr>
            <a:lvl3pPr>
              <a:defRPr sz="6380"/>
            </a:lvl3pPr>
            <a:lvl4pPr>
              <a:defRPr sz="6380"/>
            </a:lvl4pPr>
            <a:lvl5pPr>
              <a:defRPr sz="638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2232590" y="4584033"/>
            <a:ext cx="10449129" cy="7024050"/>
          </a:xfrm>
        </p:spPr>
        <p:txBody>
          <a:bodyPr anchor="ctr" anchorCtr="0"/>
          <a:lstStyle>
            <a:lvl1pPr>
              <a:defRPr sz="8505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3655418" y="4584033"/>
            <a:ext cx="16402702" cy="34036244"/>
          </a:xfrm>
        </p:spPr>
        <p:txBody>
          <a:bodyPr/>
          <a:lstStyle>
            <a:lvl1pPr>
              <a:defRPr sz="6380">
                <a:latin typeface="+mn-ea"/>
                <a:ea typeface="+mn-ea"/>
              </a:defRPr>
            </a:lvl1pPr>
            <a:lvl2pPr marL="1214755" indent="0">
              <a:buNone/>
              <a:defRPr sz="6380">
                <a:latin typeface="+mn-ea"/>
                <a:ea typeface="+mn-ea"/>
              </a:defRPr>
            </a:lvl2pPr>
            <a:lvl3pPr>
              <a:defRPr sz="6380">
                <a:latin typeface="+mn-ea"/>
                <a:ea typeface="+mn-ea"/>
              </a:defRPr>
            </a:lvl3pPr>
            <a:lvl4pPr>
              <a:defRPr sz="6380">
                <a:latin typeface="+mn-ea"/>
                <a:ea typeface="+mn-ea"/>
              </a:defRPr>
            </a:lvl4pPr>
            <a:lvl5pPr>
              <a:defRPr sz="6380">
                <a:latin typeface="+mn-ea"/>
                <a:ea typeface="+mn-ea"/>
              </a:defRPr>
            </a:lvl5pPr>
            <a:lvl6pPr>
              <a:defRPr sz="5315"/>
            </a:lvl6pPr>
            <a:lvl7pPr>
              <a:defRPr sz="5315"/>
            </a:lvl7pPr>
            <a:lvl8pPr>
              <a:defRPr sz="5315"/>
            </a:lvl8pPr>
            <a:lvl9pPr>
              <a:defRPr sz="5315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2232590" y="14108101"/>
            <a:ext cx="10449129" cy="24516176"/>
          </a:xfrm>
        </p:spPr>
        <p:txBody>
          <a:bodyPr/>
          <a:lstStyle>
            <a:lvl1pPr marL="911225" indent="-911225">
              <a:buFont typeface="Arial" panose="020B0604020202020204" pitchFamily="34" charset="0"/>
              <a:buChar char="•"/>
              <a:defRPr sz="6380">
                <a:latin typeface="+mn-ea"/>
                <a:ea typeface="+mn-ea"/>
              </a:defRPr>
            </a:lvl1pPr>
            <a:lvl2pPr marL="1214755" indent="0">
              <a:buNone/>
              <a:defRPr sz="3720"/>
            </a:lvl2pPr>
            <a:lvl3pPr marL="2430145" indent="0">
              <a:buNone/>
              <a:defRPr sz="3190"/>
            </a:lvl3pPr>
            <a:lvl4pPr marL="3644900" indent="0">
              <a:buNone/>
              <a:defRPr sz="2655"/>
            </a:lvl4pPr>
            <a:lvl5pPr marL="4860290" indent="0">
              <a:buNone/>
              <a:defRPr sz="2655"/>
            </a:lvl5pPr>
            <a:lvl6pPr marL="6075045" indent="0">
              <a:buNone/>
              <a:defRPr sz="2655"/>
            </a:lvl6pPr>
            <a:lvl7pPr marL="7289800" indent="0">
              <a:buNone/>
              <a:defRPr sz="2655"/>
            </a:lvl7pPr>
            <a:lvl8pPr marL="8505190" indent="0">
              <a:buNone/>
              <a:defRPr sz="2655"/>
            </a:lvl8pPr>
            <a:lvl9pPr marL="9719945" indent="0">
              <a:buNone/>
              <a:defRPr sz="2655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>
              <a:sym typeface="+mn-ea"/>
            </a:endParaRP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1780335" y="35308253"/>
            <a:ext cx="28839730" cy="3516025"/>
          </a:xfrm>
        </p:spPr>
        <p:txBody>
          <a:bodyPr/>
          <a:lstStyle>
            <a:lvl1pPr>
              <a:defRPr/>
            </a:lvl1pPr>
          </a:lstStyle>
          <a:p>
            <a:r>
              <a:rPr>
                <a:sym typeface="+mn-ea"/>
              </a:rPr>
              <a:t>单击此处编辑母版标题样式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/>
          </p:nvPr>
        </p:nvSpPr>
        <p:spPr>
          <a:xfrm>
            <a:off x="1780335" y="4040029"/>
            <a:ext cx="28839730" cy="28700206"/>
          </a:xfrm>
        </p:spPr>
        <p:txBody>
          <a:bodyPr vert="horz" lIns="101600" tIns="0" rIns="82550" bIns="0" rtlCol="0">
            <a:noAutofit/>
          </a:bodyPr>
          <a:lstStyle>
            <a:lvl1pPr defTabSz="914400">
              <a:def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defRPr>
            </a:lvl1pPr>
            <a:lvl2pPr marL="1214755" lvl="1" indent="0" defTabSz="914400">
              <a:buNone/>
              <a:tabLst>
                <a:tab pos="1609725" algn="l"/>
              </a:tabLst>
              <a:def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defRPr>
            </a:lvl2pPr>
            <a:lvl3pPr lvl="2" defTabSz="914400">
              <a:def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defRPr>
            </a:lvl3pPr>
            <a:lvl4pPr lvl="3" defTabSz="914400">
              <a:def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defRPr>
            </a:lvl4pPr>
            <a:lvl5pPr lvl="4" defTabSz="914400">
              <a:def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32412212" cy="43264311"/>
          </a:xfrm>
        </p:spPr>
        <p:txBody>
          <a:bodyPr vert="horz" lIns="101600" tIns="0" rIns="82550" bIns="0" rtlCol="0">
            <a:noAutofit/>
          </a:bodyPr>
          <a:lstStyle>
            <a:lvl1pPr marL="607695" marR="0" lvl="0" indent="-607695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638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214755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638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3037205" marR="0" lvl="2" indent="-607695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638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4252595" marR="0" lvl="3" indent="-607695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638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5467350" marR="0" lvl="4" indent="-607695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638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1243703" y="3560026"/>
            <a:ext cx="14350677" cy="36080259"/>
          </a:xfrm>
        </p:spPr>
        <p:txBody>
          <a:bodyPr vert="horz" lIns="101600" tIns="0" rIns="82550" bIns="0" rtlCol="0">
            <a:noAutofit/>
          </a:bodyPr>
          <a:lstStyle>
            <a:lvl1pPr marL="607695" marR="0" lvl="0" indent="-607695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638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822450" marR="0" lvl="1" indent="-607695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638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3037205" marR="0" lvl="2" indent="-607695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638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4252595" marR="0" lvl="3" indent="-607695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638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5467350" marR="0" lvl="4" indent="-607695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638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6709831" y="3560026"/>
            <a:ext cx="14350677" cy="36080259"/>
          </a:xfrm>
        </p:spPr>
        <p:txBody>
          <a:bodyPr vert="horz" lIns="101600" tIns="0" rIns="82550" bIns="0" rtlCol="0">
            <a:noAutofit/>
          </a:bodyPr>
          <a:lstStyle>
            <a:lvl1pPr marL="607695" marR="0" lvl="0" indent="-607695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638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822450" marR="0" lvl="1" indent="-607695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638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3037205" marR="0" lvl="2" indent="-607695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638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4252595" marR="0" lvl="3" indent="-607695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638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5467350" marR="0" lvl="4" indent="-607695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638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780220" y="3928160"/>
            <a:ext cx="28839961" cy="566408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8505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50050" y="7070054"/>
            <a:ext cx="24300299" cy="15040108"/>
          </a:xfrm>
        </p:spPr>
        <p:txBody>
          <a:bodyPr anchor="b"/>
          <a:lstStyle>
            <a:lvl1pPr algn="ctr">
              <a:defRPr sz="5905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50050" y="22690166"/>
            <a:ext cx="24300299" cy="10430072"/>
          </a:xfrm>
        </p:spPr>
        <p:txBody>
          <a:bodyPr/>
          <a:lstStyle>
            <a:lvl1pPr marL="0" indent="0" algn="ctr">
              <a:buNone/>
              <a:defRPr sz="2360"/>
            </a:lvl1pPr>
            <a:lvl2pPr marL="450215" indent="0" algn="ctr">
              <a:buNone/>
              <a:defRPr sz="1970"/>
            </a:lvl2pPr>
            <a:lvl3pPr marL="899795" indent="0" algn="ctr">
              <a:buNone/>
              <a:defRPr sz="1770"/>
            </a:lvl3pPr>
            <a:lvl4pPr marL="1350010" indent="0" algn="ctr">
              <a:buNone/>
              <a:defRPr sz="1575"/>
            </a:lvl4pPr>
            <a:lvl5pPr marL="1800225" indent="0" algn="ctr">
              <a:buNone/>
              <a:defRPr sz="1575"/>
            </a:lvl5pPr>
            <a:lvl6pPr marL="2249805" indent="0" algn="ctr">
              <a:buNone/>
              <a:defRPr sz="1575"/>
            </a:lvl6pPr>
            <a:lvl7pPr marL="2700020" indent="0" algn="ctr">
              <a:buNone/>
              <a:defRPr sz="1575"/>
            </a:lvl7pPr>
            <a:lvl8pPr marL="3150235" indent="0" algn="ctr">
              <a:buNone/>
              <a:defRPr sz="1575"/>
            </a:lvl8pPr>
            <a:lvl9pPr marL="3599815" indent="0" algn="ctr">
              <a:buNone/>
              <a:defRPr sz="1575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5D441-B532-4124-A2C9-7C63E2C436D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941C3-EBC2-4332-A194-9C85927931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5D441-B532-4124-A2C9-7C63E2C436D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941C3-EBC2-4332-A194-9C85927931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0652" y="10770083"/>
            <a:ext cx="27945344" cy="17970126"/>
          </a:xfrm>
        </p:spPr>
        <p:txBody>
          <a:bodyPr anchor="b"/>
          <a:lstStyle>
            <a:lvl1pPr>
              <a:defRPr sz="5905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10652" y="28910213"/>
            <a:ext cx="27945344" cy="9450065"/>
          </a:xfrm>
        </p:spPr>
        <p:txBody>
          <a:bodyPr/>
          <a:lstStyle>
            <a:lvl1pPr marL="0" indent="0">
              <a:buNone/>
              <a:defRPr sz="2360">
                <a:solidFill>
                  <a:schemeClr val="tx1">
                    <a:tint val="75000"/>
                  </a:schemeClr>
                </a:solidFill>
              </a:defRPr>
            </a:lvl1pPr>
            <a:lvl2pPr marL="450215" indent="0">
              <a:buNone/>
              <a:defRPr sz="1970">
                <a:solidFill>
                  <a:schemeClr val="tx1">
                    <a:tint val="75000"/>
                  </a:schemeClr>
                </a:solidFill>
              </a:defRPr>
            </a:lvl2pPr>
            <a:lvl3pPr marL="899795" indent="0">
              <a:buNone/>
              <a:defRPr sz="1770">
                <a:solidFill>
                  <a:schemeClr val="tx1">
                    <a:tint val="75000"/>
                  </a:schemeClr>
                </a:solidFill>
              </a:defRPr>
            </a:lvl3pPr>
            <a:lvl4pPr marL="1350010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4pPr>
            <a:lvl5pPr marL="1800225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5pPr>
            <a:lvl6pPr marL="2249805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6pPr>
            <a:lvl7pPr marL="2700020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7pPr>
            <a:lvl8pPr marL="3150235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8pPr>
            <a:lvl9pPr marL="3599815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Edit Master text styles</a:t>
            </a:r>
            <a:endParaRPr lang="en-US" altLang="zh-C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5D441-B532-4124-A2C9-7C63E2C436D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941C3-EBC2-4332-A194-9C85927931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27527" y="11500083"/>
            <a:ext cx="13770169" cy="27410200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02702" y="11500083"/>
            <a:ext cx="13770169" cy="27410200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5D441-B532-4124-A2C9-7C63E2C436D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941C3-EBC2-4332-A194-9C85927931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748" y="2300019"/>
            <a:ext cx="27945344" cy="83500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749" y="10590079"/>
            <a:ext cx="13706886" cy="5190034"/>
          </a:xfrm>
        </p:spPr>
        <p:txBody>
          <a:bodyPr anchor="b"/>
          <a:lstStyle>
            <a:lvl1pPr marL="0" indent="0">
              <a:buNone/>
              <a:defRPr sz="2360" b="1"/>
            </a:lvl1pPr>
            <a:lvl2pPr marL="450215" indent="0">
              <a:buNone/>
              <a:defRPr sz="1970" b="1"/>
            </a:lvl2pPr>
            <a:lvl3pPr marL="899795" indent="0">
              <a:buNone/>
              <a:defRPr sz="1770" b="1"/>
            </a:lvl3pPr>
            <a:lvl4pPr marL="1350010" indent="0">
              <a:buNone/>
              <a:defRPr sz="1575" b="1"/>
            </a:lvl4pPr>
            <a:lvl5pPr marL="1800225" indent="0">
              <a:buNone/>
              <a:defRPr sz="1575" b="1"/>
            </a:lvl5pPr>
            <a:lvl6pPr marL="2249805" indent="0">
              <a:buNone/>
              <a:defRPr sz="1575" b="1"/>
            </a:lvl6pPr>
            <a:lvl7pPr marL="2700020" indent="0">
              <a:buNone/>
              <a:defRPr sz="1575" b="1"/>
            </a:lvl7pPr>
            <a:lvl8pPr marL="3150235" indent="0">
              <a:buNone/>
              <a:defRPr sz="1575" b="1"/>
            </a:lvl8pPr>
            <a:lvl9pPr marL="3599815" indent="0">
              <a:buNone/>
              <a:defRPr sz="1575" b="1"/>
            </a:lvl9pPr>
          </a:lstStyle>
          <a:p>
            <a:pPr lvl="0"/>
            <a:r>
              <a:rPr lang="en-US" altLang="zh-CN"/>
              <a:t>Edit Master text styles</a:t>
            </a:r>
            <a:endParaRPr lang="en-US" altLang="zh-C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31749" y="15780113"/>
            <a:ext cx="13706886" cy="23210170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402702" y="10590079"/>
            <a:ext cx="13774390" cy="5190034"/>
          </a:xfrm>
        </p:spPr>
        <p:txBody>
          <a:bodyPr anchor="b"/>
          <a:lstStyle>
            <a:lvl1pPr marL="0" indent="0">
              <a:buNone/>
              <a:defRPr sz="2360" b="1"/>
            </a:lvl1pPr>
            <a:lvl2pPr marL="450215" indent="0">
              <a:buNone/>
              <a:defRPr sz="1970" b="1"/>
            </a:lvl2pPr>
            <a:lvl3pPr marL="899795" indent="0">
              <a:buNone/>
              <a:defRPr sz="1770" b="1"/>
            </a:lvl3pPr>
            <a:lvl4pPr marL="1350010" indent="0">
              <a:buNone/>
              <a:defRPr sz="1575" b="1"/>
            </a:lvl4pPr>
            <a:lvl5pPr marL="1800225" indent="0">
              <a:buNone/>
              <a:defRPr sz="1575" b="1"/>
            </a:lvl5pPr>
            <a:lvl6pPr marL="2249805" indent="0">
              <a:buNone/>
              <a:defRPr sz="1575" b="1"/>
            </a:lvl6pPr>
            <a:lvl7pPr marL="2700020" indent="0">
              <a:buNone/>
              <a:defRPr sz="1575" b="1"/>
            </a:lvl7pPr>
            <a:lvl8pPr marL="3150235" indent="0">
              <a:buNone/>
              <a:defRPr sz="1575" b="1"/>
            </a:lvl8pPr>
            <a:lvl9pPr marL="3599815" indent="0">
              <a:buNone/>
              <a:defRPr sz="1575" b="1"/>
            </a:lvl9pPr>
          </a:lstStyle>
          <a:p>
            <a:pPr lvl="0"/>
            <a:r>
              <a:rPr lang="en-US" altLang="zh-CN"/>
              <a:t>Edit Master text styles</a:t>
            </a:r>
            <a:endParaRPr lang="en-US" altLang="zh-CN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402702" y="15780113"/>
            <a:ext cx="13774390" cy="23210170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5D441-B532-4124-A2C9-7C63E2C436DB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941C3-EBC2-4332-A194-9C85927931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5D441-B532-4124-A2C9-7C63E2C436D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941C3-EBC2-4332-A194-9C85927931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5D441-B532-4124-A2C9-7C63E2C436DB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941C3-EBC2-4332-A194-9C85927931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749" y="2880021"/>
            <a:ext cx="10449971" cy="10080072"/>
          </a:xfrm>
        </p:spPr>
        <p:txBody>
          <a:bodyPr anchor="b"/>
          <a:lstStyle>
            <a:lvl1pPr>
              <a:defRPr sz="315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74390" y="6220048"/>
            <a:ext cx="16402702" cy="30700220"/>
          </a:xfrm>
        </p:spPr>
        <p:txBody>
          <a:bodyPr/>
          <a:lstStyle>
            <a:lvl1pPr>
              <a:defRPr sz="3150"/>
            </a:lvl1pPr>
            <a:lvl2pPr>
              <a:defRPr sz="2755"/>
            </a:lvl2pPr>
            <a:lvl3pPr>
              <a:defRPr sz="2360"/>
            </a:lvl3pPr>
            <a:lvl4pPr>
              <a:defRPr sz="1970"/>
            </a:lvl4pPr>
            <a:lvl5pPr>
              <a:defRPr sz="1970"/>
            </a:lvl5pPr>
            <a:lvl6pPr>
              <a:defRPr sz="1970"/>
            </a:lvl6pPr>
            <a:lvl7pPr>
              <a:defRPr sz="1970"/>
            </a:lvl7pPr>
            <a:lvl8pPr>
              <a:defRPr sz="1970"/>
            </a:lvl8pPr>
            <a:lvl9pPr>
              <a:defRPr sz="1970"/>
            </a:lvl9pPr>
          </a:lstStyle>
          <a:p>
            <a:pPr lvl="0"/>
            <a:r>
              <a:rPr lang="en-US" altLang="zh-CN"/>
              <a:t>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1749" y="12960093"/>
            <a:ext cx="10449971" cy="24010175"/>
          </a:xfrm>
        </p:spPr>
        <p:txBody>
          <a:bodyPr/>
          <a:lstStyle>
            <a:lvl1pPr marL="0" indent="0">
              <a:buNone/>
              <a:defRPr sz="1575"/>
            </a:lvl1pPr>
            <a:lvl2pPr marL="450215" indent="0">
              <a:buNone/>
              <a:defRPr sz="1380"/>
            </a:lvl2pPr>
            <a:lvl3pPr marL="899795" indent="0">
              <a:buNone/>
              <a:defRPr sz="1180"/>
            </a:lvl3pPr>
            <a:lvl4pPr marL="1350010" indent="0">
              <a:buNone/>
              <a:defRPr sz="985"/>
            </a:lvl4pPr>
            <a:lvl5pPr marL="1800225" indent="0">
              <a:buNone/>
              <a:defRPr sz="985"/>
            </a:lvl5pPr>
            <a:lvl6pPr marL="2249805" indent="0">
              <a:buNone/>
              <a:defRPr sz="985"/>
            </a:lvl6pPr>
            <a:lvl7pPr marL="2700020" indent="0">
              <a:buNone/>
              <a:defRPr sz="985"/>
            </a:lvl7pPr>
            <a:lvl8pPr marL="3150235" indent="0">
              <a:buNone/>
              <a:defRPr sz="985"/>
            </a:lvl8pPr>
            <a:lvl9pPr marL="3599815" indent="0">
              <a:buNone/>
              <a:defRPr sz="985"/>
            </a:lvl9pPr>
          </a:lstStyle>
          <a:p>
            <a:pPr lvl="0"/>
            <a:r>
              <a:rPr lang="en-US" altLang="zh-CN"/>
              <a:t>Edit Master text styles</a:t>
            </a:r>
            <a:endParaRPr lang="en-US" altLang="zh-C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5D441-B532-4124-A2C9-7C63E2C436D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941C3-EBC2-4332-A194-9C85927931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749" y="2880021"/>
            <a:ext cx="10449971" cy="10080072"/>
          </a:xfrm>
        </p:spPr>
        <p:txBody>
          <a:bodyPr anchor="b"/>
          <a:lstStyle>
            <a:lvl1pPr>
              <a:defRPr sz="315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774390" y="6220048"/>
            <a:ext cx="16402702" cy="30700220"/>
          </a:xfrm>
        </p:spPr>
        <p:txBody>
          <a:bodyPr/>
          <a:lstStyle>
            <a:lvl1pPr marL="0" indent="0">
              <a:buNone/>
              <a:defRPr sz="3150"/>
            </a:lvl1pPr>
            <a:lvl2pPr marL="450215" indent="0">
              <a:buNone/>
              <a:defRPr sz="2755"/>
            </a:lvl2pPr>
            <a:lvl3pPr marL="899795" indent="0">
              <a:buNone/>
              <a:defRPr sz="2360"/>
            </a:lvl3pPr>
            <a:lvl4pPr marL="1350010" indent="0">
              <a:buNone/>
              <a:defRPr sz="1970"/>
            </a:lvl4pPr>
            <a:lvl5pPr marL="1800225" indent="0">
              <a:buNone/>
              <a:defRPr sz="1970"/>
            </a:lvl5pPr>
            <a:lvl6pPr marL="2249805" indent="0">
              <a:buNone/>
              <a:defRPr sz="1970"/>
            </a:lvl6pPr>
            <a:lvl7pPr marL="2700020" indent="0">
              <a:buNone/>
              <a:defRPr sz="1970"/>
            </a:lvl7pPr>
            <a:lvl8pPr marL="3150235" indent="0">
              <a:buNone/>
              <a:defRPr sz="1970"/>
            </a:lvl8pPr>
            <a:lvl9pPr marL="3599815" indent="0">
              <a:buNone/>
              <a:defRPr sz="1970"/>
            </a:lvl9pPr>
          </a:lstStyle>
          <a:p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1749" y="12960093"/>
            <a:ext cx="10449971" cy="24010175"/>
          </a:xfrm>
        </p:spPr>
        <p:txBody>
          <a:bodyPr/>
          <a:lstStyle>
            <a:lvl1pPr marL="0" indent="0">
              <a:buNone/>
              <a:defRPr sz="1575"/>
            </a:lvl1pPr>
            <a:lvl2pPr marL="450215" indent="0">
              <a:buNone/>
              <a:defRPr sz="1380"/>
            </a:lvl2pPr>
            <a:lvl3pPr marL="899795" indent="0">
              <a:buNone/>
              <a:defRPr sz="1180"/>
            </a:lvl3pPr>
            <a:lvl4pPr marL="1350010" indent="0">
              <a:buNone/>
              <a:defRPr sz="985"/>
            </a:lvl4pPr>
            <a:lvl5pPr marL="1800225" indent="0">
              <a:buNone/>
              <a:defRPr sz="985"/>
            </a:lvl5pPr>
            <a:lvl6pPr marL="2249805" indent="0">
              <a:buNone/>
              <a:defRPr sz="985"/>
            </a:lvl6pPr>
            <a:lvl7pPr marL="2700020" indent="0">
              <a:buNone/>
              <a:defRPr sz="985"/>
            </a:lvl7pPr>
            <a:lvl8pPr marL="3150235" indent="0">
              <a:buNone/>
              <a:defRPr sz="985"/>
            </a:lvl8pPr>
            <a:lvl9pPr marL="3599815" indent="0">
              <a:buNone/>
              <a:defRPr sz="985"/>
            </a:lvl9pPr>
          </a:lstStyle>
          <a:p>
            <a:pPr lvl="0"/>
            <a:r>
              <a:rPr lang="en-US" altLang="zh-CN"/>
              <a:t>Edit Master text styles</a:t>
            </a:r>
            <a:endParaRPr lang="en-US" altLang="zh-C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5D441-B532-4124-A2C9-7C63E2C436D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941C3-EBC2-4332-A194-9C85927931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5D441-B532-4124-A2C9-7C63E2C436D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941C3-EBC2-4332-A194-9C85927931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186535" y="2300017"/>
            <a:ext cx="6986336" cy="36610266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27527" y="2300017"/>
            <a:ext cx="20554003" cy="36610266"/>
          </a:xfrm>
        </p:spPr>
        <p:txBody>
          <a:bodyPr vert="eaVert"/>
          <a:lstStyle/>
          <a:p>
            <a:pPr lvl="0"/>
            <a:r>
              <a:rPr lang="en-US" altLang="zh-CN"/>
              <a:t>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5D441-B532-4124-A2C9-7C63E2C436D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941C3-EBC2-4332-A194-9C85927931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2337925" y="39999235"/>
            <a:ext cx="7175285" cy="19956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319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0938324" y="39999235"/>
            <a:ext cx="10523752" cy="19956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319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22882782" y="39999235"/>
            <a:ext cx="7175285" cy="19956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319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9290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780220" y="3661286"/>
            <a:ext cx="28839961" cy="4081919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defTabSz="914400">
              <a:defRPr lang="zh-CN" altLang="en-US" sz="8505" dirty="0"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780335" y="9500068"/>
            <a:ext cx="28839730" cy="2991621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6380"/>
            </a:lvl1pPr>
            <a:lvl2pPr>
              <a:defRPr sz="6380"/>
            </a:lvl2pPr>
            <a:lvl3pPr>
              <a:defRPr sz="6380"/>
            </a:lvl3pPr>
            <a:lvl4pPr>
              <a:defRPr sz="6380"/>
            </a:lvl4pPr>
            <a:lvl5pPr>
              <a:defRPr sz="638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单击此处编辑母版文本样式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单击此处编辑母版文本样式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单击此处编辑母版文本样式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单击此处编辑母版文本样式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2430145" rtl="0" eaLnBrk="1" fontAlgn="auto" latinLnBrk="0" hangingPunct="1">
        <a:lnSpc>
          <a:spcPct val="100000"/>
        </a:lnSpc>
        <a:spcBef>
          <a:spcPct val="0"/>
        </a:spcBef>
        <a:buNone/>
        <a:defRPr sz="7440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607695" indent="-607695" algn="l" defTabSz="2430145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4250" b="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822450" indent="-607695" algn="l" defTabSz="2430145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4277995" algn="l"/>
        </a:tabLst>
        <a:defRPr sz="425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3037205" indent="-607695" algn="l" defTabSz="2430145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425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4252595" indent="-607695" algn="l" defTabSz="2430145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425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5467350" indent="-607695" algn="l" defTabSz="2430145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425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6682740" indent="-607695" algn="l" defTabSz="2430145" rtl="0" eaLnBrk="1" latinLnBrk="0" hangingPunct="1">
        <a:lnSpc>
          <a:spcPct val="90000"/>
        </a:lnSpc>
        <a:spcBef>
          <a:spcPts val="1330"/>
        </a:spcBef>
        <a:buFont typeface="Arial" panose="020B0604020202020204" pitchFamily="34" charset="0"/>
        <a:buChar char="•"/>
        <a:defRPr sz="4785" kern="1200">
          <a:solidFill>
            <a:schemeClr val="tx1"/>
          </a:solidFill>
          <a:latin typeface="+mn-lt"/>
          <a:ea typeface="+mn-ea"/>
          <a:cs typeface="+mn-cs"/>
        </a:defRPr>
      </a:lvl6pPr>
      <a:lvl7pPr marL="7897495" indent="-607695" algn="l" defTabSz="2430145" rtl="0" eaLnBrk="1" latinLnBrk="0" hangingPunct="1">
        <a:lnSpc>
          <a:spcPct val="90000"/>
        </a:lnSpc>
        <a:spcBef>
          <a:spcPts val="1330"/>
        </a:spcBef>
        <a:buFont typeface="Arial" panose="020B0604020202020204" pitchFamily="34" charset="0"/>
        <a:buChar char="•"/>
        <a:defRPr sz="4785" kern="1200">
          <a:solidFill>
            <a:schemeClr val="tx1"/>
          </a:solidFill>
          <a:latin typeface="+mn-lt"/>
          <a:ea typeface="+mn-ea"/>
          <a:cs typeface="+mn-cs"/>
        </a:defRPr>
      </a:lvl7pPr>
      <a:lvl8pPr marL="9112250" indent="-607695" algn="l" defTabSz="2430145" rtl="0" eaLnBrk="1" latinLnBrk="0" hangingPunct="1">
        <a:lnSpc>
          <a:spcPct val="90000"/>
        </a:lnSpc>
        <a:spcBef>
          <a:spcPts val="1330"/>
        </a:spcBef>
        <a:buFont typeface="Arial" panose="020B0604020202020204" pitchFamily="34" charset="0"/>
        <a:buChar char="•"/>
        <a:defRPr sz="4785" kern="1200">
          <a:solidFill>
            <a:schemeClr val="tx1"/>
          </a:solidFill>
          <a:latin typeface="+mn-lt"/>
          <a:ea typeface="+mn-ea"/>
          <a:cs typeface="+mn-cs"/>
        </a:defRPr>
      </a:lvl8pPr>
      <a:lvl9pPr marL="10327640" indent="-607695" algn="l" defTabSz="2430145" rtl="0" eaLnBrk="1" latinLnBrk="0" hangingPunct="1">
        <a:lnSpc>
          <a:spcPct val="90000"/>
        </a:lnSpc>
        <a:spcBef>
          <a:spcPts val="1330"/>
        </a:spcBef>
        <a:buFont typeface="Arial" panose="020B0604020202020204" pitchFamily="34" charset="0"/>
        <a:buChar char="•"/>
        <a:defRPr sz="478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2430145" rtl="0" eaLnBrk="1" latinLnBrk="0" hangingPunct="1">
        <a:defRPr sz="4785" kern="1200">
          <a:solidFill>
            <a:schemeClr val="tx1"/>
          </a:solidFill>
          <a:latin typeface="+mn-lt"/>
          <a:ea typeface="+mn-ea"/>
          <a:cs typeface="+mn-cs"/>
        </a:defRPr>
      </a:lvl1pPr>
      <a:lvl2pPr marL="1214755" algn="l" defTabSz="2430145" rtl="0" eaLnBrk="1" latinLnBrk="0" hangingPunct="1">
        <a:defRPr sz="4785" kern="1200">
          <a:solidFill>
            <a:schemeClr val="tx1"/>
          </a:solidFill>
          <a:latin typeface="+mn-lt"/>
          <a:ea typeface="+mn-ea"/>
          <a:cs typeface="+mn-cs"/>
        </a:defRPr>
      </a:lvl2pPr>
      <a:lvl3pPr marL="2430145" algn="l" defTabSz="2430145" rtl="0" eaLnBrk="1" latinLnBrk="0" hangingPunct="1">
        <a:defRPr sz="4785" kern="1200">
          <a:solidFill>
            <a:schemeClr val="tx1"/>
          </a:solidFill>
          <a:latin typeface="+mn-lt"/>
          <a:ea typeface="+mn-ea"/>
          <a:cs typeface="+mn-cs"/>
        </a:defRPr>
      </a:lvl3pPr>
      <a:lvl4pPr marL="3644900" algn="l" defTabSz="2430145" rtl="0" eaLnBrk="1" latinLnBrk="0" hangingPunct="1">
        <a:defRPr sz="4785" kern="1200">
          <a:solidFill>
            <a:schemeClr val="tx1"/>
          </a:solidFill>
          <a:latin typeface="+mn-lt"/>
          <a:ea typeface="+mn-ea"/>
          <a:cs typeface="+mn-cs"/>
        </a:defRPr>
      </a:lvl4pPr>
      <a:lvl5pPr marL="4860290" algn="l" defTabSz="2430145" rtl="0" eaLnBrk="1" latinLnBrk="0" hangingPunct="1">
        <a:defRPr sz="4785" kern="1200">
          <a:solidFill>
            <a:schemeClr val="tx1"/>
          </a:solidFill>
          <a:latin typeface="+mn-lt"/>
          <a:ea typeface="+mn-ea"/>
          <a:cs typeface="+mn-cs"/>
        </a:defRPr>
      </a:lvl5pPr>
      <a:lvl6pPr marL="6075045" algn="l" defTabSz="2430145" rtl="0" eaLnBrk="1" latinLnBrk="0" hangingPunct="1">
        <a:defRPr sz="4785" kern="1200">
          <a:solidFill>
            <a:schemeClr val="tx1"/>
          </a:solidFill>
          <a:latin typeface="+mn-lt"/>
          <a:ea typeface="+mn-ea"/>
          <a:cs typeface="+mn-cs"/>
        </a:defRPr>
      </a:lvl6pPr>
      <a:lvl7pPr marL="7289800" algn="l" defTabSz="2430145" rtl="0" eaLnBrk="1" latinLnBrk="0" hangingPunct="1">
        <a:defRPr sz="4785" kern="1200">
          <a:solidFill>
            <a:schemeClr val="tx1"/>
          </a:solidFill>
          <a:latin typeface="+mn-lt"/>
          <a:ea typeface="+mn-ea"/>
          <a:cs typeface="+mn-cs"/>
        </a:defRPr>
      </a:lvl7pPr>
      <a:lvl8pPr marL="8505190" algn="l" defTabSz="2430145" rtl="0" eaLnBrk="1" latinLnBrk="0" hangingPunct="1">
        <a:defRPr sz="4785" kern="1200">
          <a:solidFill>
            <a:schemeClr val="tx1"/>
          </a:solidFill>
          <a:latin typeface="+mn-lt"/>
          <a:ea typeface="+mn-ea"/>
          <a:cs typeface="+mn-cs"/>
        </a:defRPr>
      </a:lvl8pPr>
      <a:lvl9pPr marL="9719945" algn="l" defTabSz="2430145" rtl="0" eaLnBrk="1" latinLnBrk="0" hangingPunct="1">
        <a:defRPr sz="47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27527" y="2300019"/>
            <a:ext cx="27945344" cy="8350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27527" y="11500083"/>
            <a:ext cx="27945344" cy="27410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27527" y="40040290"/>
            <a:ext cx="7290090" cy="23000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35D441-B532-4124-A2C9-7C63E2C436D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732632" y="40040290"/>
            <a:ext cx="10935135" cy="23000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2882782" y="40040290"/>
            <a:ext cx="7290090" cy="23000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C941C3-EBC2-4332-A194-9C859279313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</p:sldLayoutIdLst>
  <p:txStyles>
    <p:titleStyle>
      <a:lvl1pPr algn="l" defTabSz="899795" rtl="0" eaLnBrk="1" latinLnBrk="0" hangingPunct="1">
        <a:lnSpc>
          <a:spcPct val="90000"/>
        </a:lnSpc>
        <a:spcBef>
          <a:spcPct val="0"/>
        </a:spcBef>
        <a:buNone/>
        <a:defRPr sz="433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4790" indent="-224790" algn="l" defTabSz="899795" rtl="0" eaLnBrk="1" latinLnBrk="0" hangingPunct="1">
        <a:lnSpc>
          <a:spcPct val="90000"/>
        </a:lnSpc>
        <a:spcBef>
          <a:spcPct val="197000"/>
        </a:spcBef>
        <a:buFont typeface="Arial" panose="020B0604020202020204" pitchFamily="34" charset="0"/>
        <a:buChar char="•"/>
        <a:defRPr sz="2755" kern="1200">
          <a:solidFill>
            <a:schemeClr val="tx1"/>
          </a:solidFill>
          <a:latin typeface="+mn-lt"/>
          <a:ea typeface="+mn-ea"/>
          <a:cs typeface="+mn-cs"/>
        </a:defRPr>
      </a:lvl1pPr>
      <a:lvl2pPr marL="675005" indent="-224790" algn="l" defTabSz="899795" rtl="0" eaLnBrk="1" latinLnBrk="0" hangingPunct="1">
        <a:lnSpc>
          <a:spcPct val="90000"/>
        </a:lnSpc>
        <a:spcBef>
          <a:spcPct val="99000"/>
        </a:spcBef>
        <a:buFont typeface="Arial" panose="020B0604020202020204" pitchFamily="34" charset="0"/>
        <a:buChar char="•"/>
        <a:defRPr sz="2360" kern="1200">
          <a:solidFill>
            <a:schemeClr val="tx1"/>
          </a:solidFill>
          <a:latin typeface="+mn-lt"/>
          <a:ea typeface="+mn-ea"/>
          <a:cs typeface="+mn-cs"/>
        </a:defRPr>
      </a:lvl2pPr>
      <a:lvl3pPr marL="1125220" indent="-224790" algn="l" defTabSz="899795" rtl="0" eaLnBrk="1" latinLnBrk="0" hangingPunct="1">
        <a:lnSpc>
          <a:spcPct val="90000"/>
        </a:lnSpc>
        <a:spcBef>
          <a:spcPct val="99000"/>
        </a:spcBef>
        <a:buFont typeface="Arial" panose="020B0604020202020204" pitchFamily="34" charset="0"/>
        <a:buChar char="•"/>
        <a:defRPr sz="1970" kern="1200">
          <a:solidFill>
            <a:schemeClr val="tx1"/>
          </a:solidFill>
          <a:latin typeface="+mn-lt"/>
          <a:ea typeface="+mn-ea"/>
          <a:cs typeface="+mn-cs"/>
        </a:defRPr>
      </a:lvl3pPr>
      <a:lvl4pPr marL="1574800" indent="-224790" algn="l" defTabSz="899795" rtl="0" eaLnBrk="1" latinLnBrk="0" hangingPunct="1">
        <a:lnSpc>
          <a:spcPct val="90000"/>
        </a:lnSpc>
        <a:spcBef>
          <a:spcPct val="99000"/>
        </a:spcBef>
        <a:buFont typeface="Arial" panose="020B0604020202020204" pitchFamily="34" charset="0"/>
        <a:buChar char="•"/>
        <a:defRPr sz="1770" kern="1200">
          <a:solidFill>
            <a:schemeClr val="tx1"/>
          </a:solidFill>
          <a:latin typeface="+mn-lt"/>
          <a:ea typeface="+mn-ea"/>
          <a:cs typeface="+mn-cs"/>
        </a:defRPr>
      </a:lvl4pPr>
      <a:lvl5pPr marL="2025015" indent="-224790" algn="l" defTabSz="899795" rtl="0" eaLnBrk="1" latinLnBrk="0" hangingPunct="1">
        <a:lnSpc>
          <a:spcPct val="90000"/>
        </a:lnSpc>
        <a:spcBef>
          <a:spcPct val="99000"/>
        </a:spcBef>
        <a:buFont typeface="Arial" panose="020B0604020202020204" pitchFamily="34" charset="0"/>
        <a:buChar char="•"/>
        <a:defRPr sz="1770" kern="1200">
          <a:solidFill>
            <a:schemeClr val="tx1"/>
          </a:solidFill>
          <a:latin typeface="+mn-lt"/>
          <a:ea typeface="+mn-ea"/>
          <a:cs typeface="+mn-cs"/>
        </a:defRPr>
      </a:lvl5pPr>
      <a:lvl6pPr marL="2475230" indent="-224790" algn="l" defTabSz="899795" rtl="0" eaLnBrk="1" latinLnBrk="0" hangingPunct="1">
        <a:lnSpc>
          <a:spcPct val="90000"/>
        </a:lnSpc>
        <a:spcBef>
          <a:spcPct val="99000"/>
        </a:spcBef>
        <a:buFont typeface="Arial" panose="020B0604020202020204" pitchFamily="34" charset="0"/>
        <a:buChar char="•"/>
        <a:defRPr sz="1770" kern="1200">
          <a:solidFill>
            <a:schemeClr val="tx1"/>
          </a:solidFill>
          <a:latin typeface="+mn-lt"/>
          <a:ea typeface="+mn-ea"/>
          <a:cs typeface="+mn-cs"/>
        </a:defRPr>
      </a:lvl6pPr>
      <a:lvl7pPr marL="2924810" indent="-224790" algn="l" defTabSz="899795" rtl="0" eaLnBrk="1" latinLnBrk="0" hangingPunct="1">
        <a:lnSpc>
          <a:spcPct val="90000"/>
        </a:lnSpc>
        <a:spcBef>
          <a:spcPct val="99000"/>
        </a:spcBef>
        <a:buFont typeface="Arial" panose="020B0604020202020204" pitchFamily="34" charset="0"/>
        <a:buChar char="•"/>
        <a:defRPr sz="1770" kern="1200">
          <a:solidFill>
            <a:schemeClr val="tx1"/>
          </a:solidFill>
          <a:latin typeface="+mn-lt"/>
          <a:ea typeface="+mn-ea"/>
          <a:cs typeface="+mn-cs"/>
        </a:defRPr>
      </a:lvl7pPr>
      <a:lvl8pPr marL="3375025" indent="-224790" algn="l" defTabSz="899795" rtl="0" eaLnBrk="1" latinLnBrk="0" hangingPunct="1">
        <a:lnSpc>
          <a:spcPct val="90000"/>
        </a:lnSpc>
        <a:spcBef>
          <a:spcPct val="99000"/>
        </a:spcBef>
        <a:buFont typeface="Arial" panose="020B0604020202020204" pitchFamily="34" charset="0"/>
        <a:buChar char="•"/>
        <a:defRPr sz="1770" kern="1200">
          <a:solidFill>
            <a:schemeClr val="tx1"/>
          </a:solidFill>
          <a:latin typeface="+mn-lt"/>
          <a:ea typeface="+mn-ea"/>
          <a:cs typeface="+mn-cs"/>
        </a:defRPr>
      </a:lvl8pPr>
      <a:lvl9pPr marL="3825240" indent="-224790" algn="l" defTabSz="899795" rtl="0" eaLnBrk="1" latinLnBrk="0" hangingPunct="1">
        <a:lnSpc>
          <a:spcPct val="90000"/>
        </a:lnSpc>
        <a:spcBef>
          <a:spcPct val="99000"/>
        </a:spcBef>
        <a:buFont typeface="Arial" panose="020B0604020202020204" pitchFamily="34" charset="0"/>
        <a:buChar char="•"/>
        <a:defRPr sz="177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99795" rtl="0" eaLnBrk="1" latinLnBrk="0" hangingPunct="1">
        <a:defRPr sz="1770" kern="1200">
          <a:solidFill>
            <a:schemeClr val="tx1"/>
          </a:solidFill>
          <a:latin typeface="+mn-lt"/>
          <a:ea typeface="+mn-ea"/>
          <a:cs typeface="+mn-cs"/>
        </a:defRPr>
      </a:lvl1pPr>
      <a:lvl2pPr marL="450215" algn="l" defTabSz="899795" rtl="0" eaLnBrk="1" latinLnBrk="0" hangingPunct="1">
        <a:defRPr sz="1770" kern="1200">
          <a:solidFill>
            <a:schemeClr val="tx1"/>
          </a:solidFill>
          <a:latin typeface="+mn-lt"/>
          <a:ea typeface="+mn-ea"/>
          <a:cs typeface="+mn-cs"/>
        </a:defRPr>
      </a:lvl2pPr>
      <a:lvl3pPr marL="899795" algn="l" defTabSz="899795" rtl="0" eaLnBrk="1" latinLnBrk="0" hangingPunct="1">
        <a:defRPr sz="1770" kern="1200">
          <a:solidFill>
            <a:schemeClr val="tx1"/>
          </a:solidFill>
          <a:latin typeface="+mn-lt"/>
          <a:ea typeface="+mn-ea"/>
          <a:cs typeface="+mn-cs"/>
        </a:defRPr>
      </a:lvl3pPr>
      <a:lvl4pPr marL="1350010" algn="l" defTabSz="899795" rtl="0" eaLnBrk="1" latinLnBrk="0" hangingPunct="1">
        <a:defRPr sz="1770" kern="1200">
          <a:solidFill>
            <a:schemeClr val="tx1"/>
          </a:solidFill>
          <a:latin typeface="+mn-lt"/>
          <a:ea typeface="+mn-ea"/>
          <a:cs typeface="+mn-cs"/>
        </a:defRPr>
      </a:lvl4pPr>
      <a:lvl5pPr marL="1800225" algn="l" defTabSz="899795" rtl="0" eaLnBrk="1" latinLnBrk="0" hangingPunct="1">
        <a:defRPr sz="1770" kern="1200">
          <a:solidFill>
            <a:schemeClr val="tx1"/>
          </a:solidFill>
          <a:latin typeface="+mn-lt"/>
          <a:ea typeface="+mn-ea"/>
          <a:cs typeface="+mn-cs"/>
        </a:defRPr>
      </a:lvl5pPr>
      <a:lvl6pPr marL="2249805" algn="l" defTabSz="899795" rtl="0" eaLnBrk="1" latinLnBrk="0" hangingPunct="1">
        <a:defRPr sz="1770" kern="1200">
          <a:solidFill>
            <a:schemeClr val="tx1"/>
          </a:solidFill>
          <a:latin typeface="+mn-lt"/>
          <a:ea typeface="+mn-ea"/>
          <a:cs typeface="+mn-cs"/>
        </a:defRPr>
      </a:lvl6pPr>
      <a:lvl7pPr marL="2700020" algn="l" defTabSz="899795" rtl="0" eaLnBrk="1" latinLnBrk="0" hangingPunct="1">
        <a:defRPr sz="1770" kern="1200">
          <a:solidFill>
            <a:schemeClr val="tx1"/>
          </a:solidFill>
          <a:latin typeface="+mn-lt"/>
          <a:ea typeface="+mn-ea"/>
          <a:cs typeface="+mn-cs"/>
        </a:defRPr>
      </a:lvl7pPr>
      <a:lvl8pPr marL="3150235" algn="l" defTabSz="899795" rtl="0" eaLnBrk="1" latinLnBrk="0" hangingPunct="1">
        <a:defRPr sz="1770" kern="1200">
          <a:solidFill>
            <a:schemeClr val="tx1"/>
          </a:solidFill>
          <a:latin typeface="+mn-lt"/>
          <a:ea typeface="+mn-ea"/>
          <a:cs typeface="+mn-cs"/>
        </a:defRPr>
      </a:lvl8pPr>
      <a:lvl9pPr marL="3599815" algn="l" defTabSz="899795" rtl="0" eaLnBrk="1" latinLnBrk="0" hangingPunct="1">
        <a:defRPr sz="177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jpe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4" Type="http://schemas.openxmlformats.org/officeDocument/2006/relationships/slideLayout" Target="../slideLayouts/slideLayout9.xml"/><Relationship Id="rId13" Type="http://schemas.openxmlformats.org/officeDocument/2006/relationships/image" Target="../media/image13.png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552" y="6562303"/>
            <a:ext cx="32400233" cy="32468920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145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Arial Hebrew" pitchFamily="2" charset="-79"/>
            </a:endParaRPr>
          </a:p>
        </p:txBody>
      </p:sp>
      <p:sp>
        <p:nvSpPr>
          <p:cNvPr id="58" name="矩形 57"/>
          <p:cNvSpPr/>
          <p:nvPr/>
        </p:nvSpPr>
        <p:spPr>
          <a:xfrm flipV="1">
            <a:off x="37583" y="6431108"/>
            <a:ext cx="32400233" cy="131141"/>
          </a:xfrm>
          <a:prstGeom prst="rect">
            <a:avLst/>
          </a:prstGeom>
          <a:solidFill>
            <a:schemeClr val="accent1"/>
          </a:solidFill>
          <a:ln>
            <a:solidFill>
              <a:schemeClr val="accent5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7145" dirty="0">
                <a:solidFill>
                  <a:srgbClr val="EB6101"/>
                </a:solidFill>
              </a:rPr>
              <a:t> </a:t>
            </a:r>
            <a:endParaRPr lang="zh-CN" altLang="en-US" sz="7145" dirty="0">
              <a:solidFill>
                <a:srgbClr val="EB6101"/>
              </a:solidFill>
            </a:endParaRPr>
          </a:p>
        </p:txBody>
      </p:sp>
      <p:sp>
        <p:nvSpPr>
          <p:cNvPr id="101" name="矩形 100"/>
          <p:cNvSpPr/>
          <p:nvPr/>
        </p:nvSpPr>
        <p:spPr>
          <a:xfrm>
            <a:off x="121586" y="39001820"/>
            <a:ext cx="37297289" cy="4277438"/>
          </a:xfrm>
          <a:prstGeom prst="rect">
            <a:avLst/>
          </a:prstGeom>
          <a:noFill/>
          <a:ln>
            <a:solidFill>
              <a:schemeClr val="accent1"/>
            </a:solidFill>
            <a:prstDash val="lgDashDotDot"/>
          </a:ln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40000"/>
                    <a:lumOff val="6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7145" dirty="0"/>
              <a:t> </a:t>
            </a:r>
            <a:endParaRPr lang="zh-CN" altLang="en-US" sz="7145" dirty="0"/>
          </a:p>
        </p:txBody>
      </p:sp>
      <p:sp>
        <p:nvSpPr>
          <p:cNvPr id="10" name="Text Placeholder 5"/>
          <p:cNvSpPr txBox="1"/>
          <p:nvPr/>
        </p:nvSpPr>
        <p:spPr>
          <a:xfrm>
            <a:off x="3695065" y="1864995"/>
            <a:ext cx="26632535" cy="1534160"/>
          </a:xfrm>
          <a:prstGeom prst="rect">
            <a:avLst/>
          </a:prstGeom>
        </p:spPr>
        <p:txBody>
          <a:bodyPr lIns="0" tIns="0" rIns="0" bIns="0">
            <a:noAutofit/>
            <a:scene3d>
              <a:camera prst="orthographicFront"/>
              <a:lightRig rig="threePt" dir="t"/>
            </a:scene3d>
          </a:bodyPr>
          <a:lstStyle>
            <a:defPPr>
              <a:defRPr kern="1200"/>
            </a:defPPr>
            <a:lvl1pPr marL="0" marR="0" indent="0" algn="l" defTabSz="378333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 sz="6000" kern="1200" baseline="0">
                <a:solidFill>
                  <a:schemeClr val="tx2"/>
                </a:solidFill>
                <a:latin typeface="Franklin Gothic Heavy" panose="020B0903020102020204" pitchFamily="34" charset="0"/>
                <a:ea typeface="+mn-ea"/>
                <a:cs typeface="+mn-cs"/>
              </a:defRPr>
            </a:lvl1pPr>
            <a:lvl2pPr marL="1880235" indent="0" algn="l" defTabSz="3761105" rtl="0" eaLnBrk="1" latinLnBrk="0" hangingPunct="1">
              <a:spcBef>
                <a:spcPct val="20000"/>
              </a:spcBef>
              <a:buFontTx/>
              <a:buNone/>
              <a:defRPr sz="1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761105" indent="0" algn="l" defTabSz="3761105" rtl="0" eaLnBrk="1" latinLnBrk="0" hangingPunct="1">
              <a:spcBef>
                <a:spcPct val="20000"/>
              </a:spcBef>
              <a:buFontTx/>
              <a:buNone/>
              <a:defRPr sz="9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641340" indent="0" algn="l" defTabSz="3761105" rtl="0" eaLnBrk="1" latinLnBrk="0" hangingPunct="1">
              <a:spcBef>
                <a:spcPct val="20000"/>
              </a:spcBef>
              <a:buFontTx/>
              <a:buNone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522210" indent="0" algn="l" defTabSz="3761105" rtl="0" eaLnBrk="1" latinLnBrk="0" hangingPunct="1">
              <a:spcBef>
                <a:spcPct val="20000"/>
              </a:spcBef>
              <a:buFontTx/>
              <a:buNone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42880" indent="-940435" algn="l" defTabSz="37611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223750" indent="-940435" algn="l" defTabSz="37611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103985" indent="-940435" algn="l" defTabSz="37611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984855" indent="-940435" algn="l" defTabSz="37611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820670">
              <a:spcBef>
                <a:spcPct val="20000"/>
              </a:spcBef>
              <a:defRPr/>
            </a:pPr>
            <a:r>
              <a:rPr lang="zh-CN" altLang="en-US" sz="9450" spc="-15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Black" panose="020B0A04020102020204" pitchFamily="34" charset="0"/>
                <a:cs typeface="+mn-ea"/>
                <a:sym typeface="+mn-lt"/>
              </a:rPr>
              <a:t>泡泡在正交偏振下的彩色条纹和明暗色块成因探究</a:t>
            </a:r>
            <a:endParaRPr lang="zh-CN" altLang="en-US" sz="9450" b="1" spc="-15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 Black" panose="020B0A04020102020204" pitchFamily="34" charset="0"/>
              <a:ea typeface="HEITI SC MEDIUM" pitchFamily="2" charset="-128"/>
              <a:cs typeface="+mn-ea"/>
              <a:sym typeface="+mn-lt"/>
            </a:endParaRPr>
          </a:p>
        </p:txBody>
      </p:sp>
      <p:sp>
        <p:nvSpPr>
          <p:cNvPr id="11" name="Text Placeholder 5"/>
          <p:cNvSpPr txBox="1"/>
          <p:nvPr/>
        </p:nvSpPr>
        <p:spPr>
          <a:xfrm>
            <a:off x="1930400" y="3949700"/>
            <a:ext cx="27000200" cy="14185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defPPr>
              <a:defRPr kern="1200"/>
            </a:defPPr>
            <a:lvl1pPr marL="0" marR="0" indent="0" algn="l" defTabSz="3761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6000" kern="1200" baseline="0">
                <a:solidFill>
                  <a:schemeClr val="tx2"/>
                </a:solidFill>
                <a:latin typeface="Franklin Gothic Heavy" panose="020B0903020102020204" pitchFamily="34" charset="0"/>
                <a:ea typeface="+mn-ea"/>
                <a:cs typeface="+mn-cs"/>
              </a:defRPr>
            </a:lvl1pPr>
            <a:lvl2pPr marL="1880235" indent="0" algn="l" defTabSz="3761105" rtl="0" eaLnBrk="1" latinLnBrk="0" hangingPunct="1">
              <a:spcBef>
                <a:spcPct val="20000"/>
              </a:spcBef>
              <a:buFontTx/>
              <a:buNone/>
              <a:defRPr sz="1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761105" indent="0" algn="l" defTabSz="3761105" rtl="0" eaLnBrk="1" latinLnBrk="0" hangingPunct="1">
              <a:spcBef>
                <a:spcPct val="20000"/>
              </a:spcBef>
              <a:buFontTx/>
              <a:buNone/>
              <a:defRPr sz="9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641340" indent="0" algn="l" defTabSz="3761105" rtl="0" eaLnBrk="1" latinLnBrk="0" hangingPunct="1">
              <a:spcBef>
                <a:spcPct val="20000"/>
              </a:spcBef>
              <a:buFontTx/>
              <a:buNone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522210" indent="0" algn="l" defTabSz="3761105" rtl="0" eaLnBrk="1" latinLnBrk="0" hangingPunct="1">
              <a:spcBef>
                <a:spcPct val="20000"/>
              </a:spcBef>
              <a:buFontTx/>
              <a:buNone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42880" indent="-940435" algn="l" defTabSz="37611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223750" indent="-940435" algn="l" defTabSz="37611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103985" indent="-940435" algn="l" defTabSz="37611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984855" indent="-940435" algn="l" defTabSz="37611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zh-CN" altLang="en-US" sz="433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小组成员 </a:t>
            </a:r>
            <a:r>
              <a:rPr lang="en-US" altLang="zh-CN" sz="433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(Group members)</a:t>
            </a:r>
            <a:r>
              <a:rPr lang="zh-CN" altLang="en-US" sz="433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：</a:t>
            </a:r>
            <a:r>
              <a:rPr lang="zh-CN" altLang="en-US" sz="433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lt"/>
              </a:rPr>
              <a:t>周义茗（福耀科技大学）、朱梓晗（中山大学）、郭佳怡（新疆师范大学）、聂天泽（湖北工业大学）、邓天健（</a:t>
            </a:r>
            <a:r>
              <a:rPr lang="zh-CN" altLang="en-US" sz="433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lt"/>
              </a:rPr>
              <a:t>剑桥大学）、李依琳（华南师范大学）、吕一鸣（南昌大学）</a:t>
            </a:r>
            <a:endParaRPr lang="ru-RU" altLang="zh-CN" sz="433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charset="-122"/>
              <a:cs typeface="+mn-ea"/>
              <a:sym typeface="+mn-lt"/>
            </a:endParaRPr>
          </a:p>
          <a:p>
            <a:pPr>
              <a:defRPr/>
            </a:pPr>
            <a:endParaRPr lang="ru-RU" altLang="zh-CN" sz="433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charset="-122"/>
              <a:ea typeface="黑体" panose="02010609060101010101" charset="-122"/>
              <a:cs typeface="+mn-ea"/>
              <a:sym typeface="+mn-lt"/>
            </a:endParaRPr>
          </a:p>
        </p:txBody>
      </p:sp>
      <p:sp>
        <p:nvSpPr>
          <p:cNvPr id="13" name="Rectangle 10"/>
          <p:cNvSpPr>
            <a:spLocks noChangeArrowheads="1"/>
          </p:cNvSpPr>
          <p:nvPr/>
        </p:nvSpPr>
        <p:spPr bwMode="auto">
          <a:xfrm>
            <a:off x="2383155" y="8177530"/>
            <a:ext cx="8803005" cy="795655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wrap="none" lIns="101225" tIns="53999" rIns="101225" bIns="50612" anchor="ctr" anchorCtr="0"/>
          <a:lstStyle>
            <a:defPPr>
              <a:defRPr kern="1200"/>
            </a:defPPr>
          </a:lstStyle>
          <a:p>
            <a:r>
              <a:rPr lang="en-US" altLang="zh-CN" sz="5905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Hebrew" pitchFamily="2" charset="-79"/>
                <a:ea typeface="黑体" panose="02010609060101010101" charset="-122"/>
                <a:cs typeface="Arial Hebrew" pitchFamily="2" charset="-79"/>
              </a:rPr>
              <a:t>Abstract</a:t>
            </a:r>
            <a:endParaRPr lang="en-US" altLang="zh-CN" sz="5905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 Hebrew" pitchFamily="2" charset="-79"/>
              <a:ea typeface="黑体" panose="02010609060101010101" charset="-122"/>
              <a:cs typeface="Arial Hebrew" pitchFamily="2" charset="-79"/>
            </a:endParaRPr>
          </a:p>
          <a:p>
            <a:r>
              <a:rPr lang="zh-CN" altLang="en-US" sz="5905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Hebrew" pitchFamily="2" charset="-79"/>
                <a:ea typeface="黑体" panose="02010609060101010101" charset="-122"/>
                <a:cs typeface="Arial Hebrew" pitchFamily="2" charset="-79"/>
              </a:rPr>
              <a:t>摘要</a:t>
            </a:r>
            <a:endParaRPr lang="en-US" altLang="zh-CN" sz="5905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 Hebrew" pitchFamily="2" charset="-79"/>
              <a:ea typeface="黑体" panose="02010609060101010101" charset="-122"/>
              <a:cs typeface="Arial Hebrew" pitchFamily="2" charset="-79"/>
            </a:endParaRPr>
          </a:p>
          <a:p>
            <a:pPr defTabSz="3526790">
              <a:defRPr/>
            </a:pPr>
            <a:r>
              <a:rPr lang="zh-CN" altLang="en-US" sz="5905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Hebrew" pitchFamily="2" charset="-79"/>
                <a:ea typeface="黑体" panose="02010609060101010101" charset="-122"/>
                <a:cs typeface="Arial Hebrew" pitchFamily="2" charset="-79"/>
              </a:rPr>
              <a:t> </a:t>
            </a:r>
            <a:endParaRPr lang="zh-CN" altLang="en-US" sz="5905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 Hebrew" pitchFamily="2" charset="-79"/>
              <a:ea typeface="黑体" panose="02010609060101010101" charset="-122"/>
              <a:cs typeface="Arial Hebrew" pitchFamily="2" charset="-79"/>
            </a:endParaRPr>
          </a:p>
        </p:txBody>
      </p:sp>
      <p:sp>
        <p:nvSpPr>
          <p:cNvPr id="104" name="文本框 103"/>
          <p:cNvSpPr txBox="1"/>
          <p:nvPr/>
        </p:nvSpPr>
        <p:spPr>
          <a:xfrm>
            <a:off x="2530680" y="39639147"/>
            <a:ext cx="2793635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highlight>
                  <a:srgbClr val="8CAACA"/>
                </a:highlight>
                <a:latin typeface="Arial Hebrew" pitchFamily="2" charset="-79"/>
                <a:ea typeface="黑体" panose="02010609060101010101" charset="-122"/>
                <a:cs typeface="Arial Hebrew" pitchFamily="2" charset="-79"/>
              </a:rPr>
              <a:t>Reference</a:t>
            </a:r>
            <a:r>
              <a:rPr lang="zh-CN" altLang="en-US" sz="3200" b="1" dirty="0">
                <a:highlight>
                  <a:srgbClr val="8CAACA"/>
                </a:highlight>
                <a:latin typeface="Arial Hebrew" pitchFamily="2" charset="-79"/>
                <a:ea typeface="黑体" panose="02010609060101010101" charset="-122"/>
                <a:cs typeface="Arial Hebrew" pitchFamily="2" charset="-79"/>
              </a:rPr>
              <a:t> 参考文献</a:t>
            </a:r>
            <a:endParaRPr lang="en-US" altLang="zh-CN" sz="3200" b="1" dirty="0">
              <a:highlight>
                <a:srgbClr val="8CAACA"/>
              </a:highlight>
              <a:latin typeface="Arial Hebrew" pitchFamily="2" charset="-79"/>
              <a:ea typeface="黑体" panose="02010609060101010101" charset="-122"/>
              <a:cs typeface="Arial Hebrew" pitchFamily="2" charset="-79"/>
            </a:endParaRPr>
          </a:p>
          <a:p>
            <a:r>
              <a:rPr lang="en-US" altLang="zh-CN" sz="3200" b="1" dirty="0">
                <a:highlight>
                  <a:srgbClr val="8CAACA"/>
                </a:highlight>
                <a:latin typeface="Arial Hebrew" pitchFamily="2" charset="-79"/>
                <a:ea typeface="黑体" panose="02010609060101010101" charset="-122"/>
                <a:cs typeface="Arial Hebrew" pitchFamily="2" charset="-79"/>
              </a:rPr>
              <a:t>1.</a:t>
            </a:r>
            <a:r>
              <a:rPr lang="zh-CN" altLang="en-US" sz="3200" dirty="0">
                <a:highlight>
                  <a:srgbClr val="8CAACA"/>
                </a:highlight>
                <a:latin typeface="宋体" panose="02010600030101010101" pitchFamily="2" charset="-122"/>
                <a:ea typeface="宋体" panose="02010600030101010101" pitchFamily="2" charset="-122"/>
                <a:cs typeface="Arial Hebrew" pitchFamily="2" charset="-79"/>
              </a:rPr>
              <a:t>宋强</a:t>
            </a:r>
            <a:r>
              <a:rPr lang="en-US" altLang="zh-CN" sz="3200" dirty="0">
                <a:highlight>
                  <a:srgbClr val="8CAACA"/>
                </a:highligh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,</a:t>
            </a:r>
            <a:r>
              <a:rPr lang="zh-CN" altLang="en-US" sz="3200" dirty="0">
                <a:highlight>
                  <a:srgbClr val="8CAACA"/>
                </a:highlight>
                <a:latin typeface="宋体" panose="02010600030101010101" pitchFamily="2" charset="-122"/>
                <a:ea typeface="宋体" panose="02010600030101010101" pitchFamily="2" charset="-122"/>
                <a:cs typeface="Arial Hebrew" pitchFamily="2" charset="-79"/>
              </a:rPr>
              <a:t>孙晓兵</a:t>
            </a:r>
            <a:r>
              <a:rPr lang="en-US" altLang="zh-CN" sz="3200" dirty="0">
                <a:highlight>
                  <a:srgbClr val="8CAACA"/>
                </a:highligh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,</a:t>
            </a:r>
            <a:r>
              <a:rPr lang="zh-CN" altLang="en-US" sz="3200" dirty="0">
                <a:highlight>
                  <a:srgbClr val="8CAACA"/>
                </a:highlight>
                <a:latin typeface="宋体" panose="02010600030101010101" pitchFamily="2" charset="-122"/>
                <a:ea typeface="宋体" panose="02010600030101010101" pitchFamily="2" charset="-122"/>
                <a:cs typeface="Arial Hebrew" pitchFamily="2" charset="-79"/>
              </a:rPr>
              <a:t>刘晓</a:t>
            </a:r>
            <a:r>
              <a:rPr lang="en-US" altLang="zh-CN" sz="3200" dirty="0">
                <a:highlight>
                  <a:srgbClr val="8CAACA"/>
                </a:highligh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,</a:t>
            </a:r>
            <a:r>
              <a:rPr lang="zh-CN" altLang="en-US" sz="3200" dirty="0">
                <a:highlight>
                  <a:srgbClr val="8CAACA"/>
                </a:highlight>
                <a:latin typeface="宋体" panose="02010600030101010101" pitchFamily="2" charset="-122"/>
                <a:ea typeface="宋体" panose="02010600030101010101" pitchFamily="2" charset="-122"/>
                <a:cs typeface="Arial Hebrew" pitchFamily="2" charset="-79"/>
              </a:rPr>
              <a:t>等</a:t>
            </a:r>
            <a:r>
              <a:rPr lang="en-US" altLang="zh-CN" sz="3200" dirty="0">
                <a:highlight>
                  <a:srgbClr val="8CAACA"/>
                </a:highligh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. </a:t>
            </a:r>
            <a:r>
              <a:rPr lang="zh-CN" altLang="en-US" sz="3200" dirty="0">
                <a:highlight>
                  <a:srgbClr val="8CAACA"/>
                </a:highlight>
                <a:latin typeface="宋体" panose="02010600030101010101" pitchFamily="2" charset="-122"/>
                <a:ea typeface="宋体" panose="02010600030101010101" pitchFamily="2" charset="-122"/>
                <a:cs typeface="Arial Hebrew" pitchFamily="2" charset="-79"/>
              </a:rPr>
              <a:t>水中气泡环境偏振光学矢量辐射传输特性研究 </a:t>
            </a:r>
            <a:r>
              <a:rPr lang="en-US" altLang="zh-CN" sz="3200" dirty="0">
                <a:highlight>
                  <a:srgbClr val="8CAACA"/>
                </a:highligh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[J]. </a:t>
            </a:r>
            <a:r>
              <a:rPr lang="zh-CN" altLang="en-US" sz="3200" dirty="0">
                <a:highlight>
                  <a:srgbClr val="8CAACA"/>
                </a:highlight>
                <a:latin typeface="宋体" panose="02010600030101010101" pitchFamily="2" charset="-122"/>
                <a:ea typeface="宋体" panose="02010600030101010101" pitchFamily="2" charset="-122"/>
                <a:cs typeface="Arial Hebrew" pitchFamily="2" charset="-79"/>
              </a:rPr>
              <a:t>光学学报</a:t>
            </a:r>
            <a:r>
              <a:rPr lang="en-US" altLang="zh-CN" sz="3200" dirty="0">
                <a:highlight>
                  <a:srgbClr val="8CAACA"/>
                </a:highligh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, 2022, 42 (12): 126-137.</a:t>
            </a:r>
            <a:endParaRPr lang="en-US" altLang="zh-CN" sz="3200" dirty="0">
              <a:highlight>
                <a:srgbClr val="8CAACA"/>
              </a:highlight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r>
              <a:rPr lang="en-US" altLang="zh-CN" sz="3200" b="1" dirty="0">
                <a:highlight>
                  <a:srgbClr val="8CAACA"/>
                </a:highlight>
                <a:ea typeface="黑体" panose="02010609060101010101" charset="-122"/>
                <a:cs typeface="Arial Hebrew" pitchFamily="2" charset="-79"/>
              </a:rPr>
              <a:t>2. </a:t>
            </a:r>
            <a:r>
              <a:rPr lang="en-US" altLang="zh-CN" sz="3200" dirty="0">
                <a:highlight>
                  <a:srgbClr val="8CAACA"/>
                </a:highligh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ANGELA CAMILA PINTO DUNCKE. LIQUID CRYSTALS IN CRUDE OIL AND WATER EMULSIONS[D]. RIO DE JANEIRO: </a:t>
            </a:r>
            <a:r>
              <a:rPr lang="pt-BR" altLang="zh-CN" sz="3200" dirty="0">
                <a:highlight>
                  <a:srgbClr val="8CAACA"/>
                </a:highligh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FEDERAL UNIVERSITY OF RIO DE JANEIRO, 2019</a:t>
            </a:r>
            <a:r>
              <a:rPr lang="en-US" altLang="zh-CN" sz="3200" dirty="0">
                <a:highlight>
                  <a:srgbClr val="8CAACA"/>
                </a:highligh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.</a:t>
            </a:r>
            <a:endParaRPr lang="en-US" altLang="zh-CN" sz="3200" dirty="0">
              <a:highlight>
                <a:srgbClr val="8CAACA"/>
              </a:highlight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r>
              <a:rPr lang="en-US" altLang="zh-CN" sz="3200" dirty="0">
                <a:highlight>
                  <a:srgbClr val="8CAACA"/>
                </a:highligh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3.</a:t>
            </a:r>
            <a:r>
              <a:rPr lang="zh-CN" altLang="en-US" sz="3200" dirty="0">
                <a:highlight>
                  <a:srgbClr val="8CAACA"/>
                </a:highligh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徐庆波</a:t>
            </a:r>
            <a:r>
              <a:rPr lang="en-US" altLang="zh-CN" sz="3200" dirty="0">
                <a:highlight>
                  <a:srgbClr val="8CAACA"/>
                </a:highligh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. </a:t>
            </a:r>
            <a:r>
              <a:rPr lang="zh-CN" altLang="en-US" sz="3200" dirty="0">
                <a:highlight>
                  <a:srgbClr val="8CAACA"/>
                </a:highligh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染料在表面活性剂水溶液中的荧光偏振特性研究</a:t>
            </a:r>
            <a:r>
              <a:rPr lang="en-US" altLang="zh-CN" sz="3200" dirty="0">
                <a:highlight>
                  <a:srgbClr val="8CAACA"/>
                </a:highligh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[D]. </a:t>
            </a:r>
            <a:r>
              <a:rPr lang="zh-CN" altLang="en-US" sz="3200" dirty="0">
                <a:highlight>
                  <a:srgbClr val="8CAACA"/>
                </a:highligh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云南大学</a:t>
            </a:r>
            <a:r>
              <a:rPr lang="en-US" altLang="zh-CN" sz="3200" dirty="0">
                <a:highlight>
                  <a:srgbClr val="8CAACA"/>
                </a:highligh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, 2023. DOI:10.27456/d.cnki.gyndu.2023.001597.</a:t>
            </a:r>
            <a:endParaRPr lang="en-US" altLang="zh-CN" sz="3200" dirty="0">
              <a:highlight>
                <a:srgbClr val="8CAACA"/>
              </a:highlight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cxnSp>
        <p:nvCxnSpPr>
          <p:cNvPr id="108" name="直接连接符 107"/>
          <p:cNvCxnSpPr/>
          <p:nvPr/>
        </p:nvCxnSpPr>
        <p:spPr>
          <a:xfrm>
            <a:off x="1576146" y="25883426"/>
            <a:ext cx="13511867" cy="55579"/>
          </a:xfrm>
          <a:prstGeom prst="line">
            <a:avLst/>
          </a:prstGeom>
          <a:ln w="12700">
            <a:solidFill>
              <a:schemeClr val="accent1"/>
            </a:solidFill>
            <a:prstDash val="lgDashDot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接连接符 110"/>
          <p:cNvCxnSpPr/>
          <p:nvPr/>
        </p:nvCxnSpPr>
        <p:spPr>
          <a:xfrm flipH="1">
            <a:off x="15602531" y="7269004"/>
            <a:ext cx="52070" cy="31696025"/>
          </a:xfrm>
          <a:prstGeom prst="line">
            <a:avLst/>
          </a:prstGeom>
          <a:ln w="28575">
            <a:prstDash val="lgDashDot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: 圆角 28"/>
          <p:cNvSpPr/>
          <p:nvPr/>
        </p:nvSpPr>
        <p:spPr>
          <a:xfrm>
            <a:off x="1830909" y="7560739"/>
            <a:ext cx="278071" cy="715970"/>
          </a:xfrm>
          <a:prstGeom prst="round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145">
              <a:solidFill>
                <a:srgbClr val="EB6101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951636" y="15951145"/>
            <a:ext cx="4991210" cy="1909445"/>
            <a:chOff x="15117061" y="8187316"/>
            <a:chExt cx="5071033" cy="1939982"/>
          </a:xfrm>
        </p:grpSpPr>
        <p:sp>
          <p:nvSpPr>
            <p:cNvPr id="91" name="文本框 90"/>
            <p:cNvSpPr txBox="1"/>
            <p:nvPr/>
          </p:nvSpPr>
          <p:spPr>
            <a:xfrm>
              <a:off x="15555233" y="8187316"/>
              <a:ext cx="4632861" cy="19399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5905" b="1" dirty="0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Arial Hebrew" pitchFamily="2" charset="-79"/>
                  <a:ea typeface="黑体" panose="02010609060101010101" charset="-122"/>
                  <a:cs typeface="Arial Hebrew" pitchFamily="2" charset="-79"/>
                </a:rPr>
                <a:t>Introduction</a:t>
              </a:r>
              <a:endParaRPr lang="en-US" altLang="zh-CN" sz="5905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Hebrew" pitchFamily="2" charset="-79"/>
                <a:ea typeface="黑体" panose="02010609060101010101" charset="-122"/>
                <a:cs typeface="Arial Hebrew" pitchFamily="2" charset="-79"/>
              </a:endParaRPr>
            </a:p>
            <a:p>
              <a:r>
                <a:rPr lang="zh-CN" altLang="en-US" sz="5905" b="1" dirty="0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Arial Hebrew" pitchFamily="2" charset="-79"/>
                  <a:ea typeface="黑体" panose="02010609060101010101" charset="-122"/>
                  <a:cs typeface="Arial Hebrew" pitchFamily="2" charset="-79"/>
                </a:rPr>
                <a:t>问题简述</a:t>
              </a:r>
              <a:endParaRPr lang="zh-CN" altLang="en-US" sz="5905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Hebrew" pitchFamily="2" charset="-79"/>
                <a:ea typeface="黑体" panose="02010609060101010101" charset="-122"/>
                <a:cs typeface="Arial Hebrew" pitchFamily="2" charset="-79"/>
              </a:endParaRPr>
            </a:p>
          </p:txBody>
        </p:sp>
        <p:sp>
          <p:nvSpPr>
            <p:cNvPr id="69" name="矩形: 圆角 68"/>
            <p:cNvSpPr/>
            <p:nvPr/>
          </p:nvSpPr>
          <p:spPr>
            <a:xfrm>
              <a:off x="15117061" y="8480357"/>
              <a:ext cx="282518" cy="727420"/>
            </a:xfrm>
            <a:prstGeom prst="roundRect">
              <a:avLst>
                <a:gd name="adj" fmla="val 0"/>
              </a:avLst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145"/>
            </a:p>
          </p:txBody>
        </p:sp>
      </p:grpSp>
      <p:sp>
        <p:nvSpPr>
          <p:cNvPr id="92" name="文本框 91"/>
          <p:cNvSpPr txBox="1"/>
          <p:nvPr/>
        </p:nvSpPr>
        <p:spPr>
          <a:xfrm>
            <a:off x="17489214" y="7409076"/>
            <a:ext cx="7346968" cy="19094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526790">
              <a:defRPr/>
            </a:pPr>
            <a:r>
              <a:rPr lang="en-US" altLang="zh-CN" sz="5905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Hebrew" pitchFamily="2" charset="-79"/>
                <a:ea typeface="黑体" panose="02010609060101010101" charset="-122"/>
                <a:cs typeface="Arial Hebrew" pitchFamily="2" charset="-79"/>
              </a:rPr>
              <a:t>Plan</a:t>
            </a:r>
            <a:endParaRPr lang="en-US" altLang="zh-CN" sz="5905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 Hebrew" pitchFamily="2" charset="-79"/>
              <a:ea typeface="黑体" panose="02010609060101010101" charset="-122"/>
              <a:cs typeface="Arial Hebrew" pitchFamily="2" charset="-79"/>
            </a:endParaRPr>
          </a:p>
          <a:p>
            <a:pPr defTabSz="3526790">
              <a:defRPr/>
            </a:pPr>
            <a:r>
              <a:rPr lang="zh-CN" altLang="en-US" sz="5905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Hebrew" pitchFamily="2" charset="-79"/>
                <a:ea typeface="黑体" panose="02010609060101010101" charset="-122"/>
                <a:cs typeface="Arial Hebrew" pitchFamily="2" charset="-79"/>
              </a:rPr>
              <a:t>研究计划</a:t>
            </a:r>
            <a:endParaRPr lang="zh-CN" altLang="en-US" sz="5905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 Hebrew" pitchFamily="2" charset="-79"/>
              <a:ea typeface="黑体" panose="02010609060101010101" charset="-122"/>
              <a:cs typeface="Arial Hebrew" pitchFamily="2" charset="-79"/>
            </a:endParaRPr>
          </a:p>
        </p:txBody>
      </p:sp>
      <p:sp>
        <p:nvSpPr>
          <p:cNvPr id="74" name="矩形: 圆角 73"/>
          <p:cNvSpPr/>
          <p:nvPr/>
        </p:nvSpPr>
        <p:spPr>
          <a:xfrm>
            <a:off x="16432872" y="7582828"/>
            <a:ext cx="278071" cy="715970"/>
          </a:xfrm>
          <a:prstGeom prst="round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145"/>
          </a:p>
        </p:txBody>
      </p:sp>
      <p:cxnSp>
        <p:nvCxnSpPr>
          <p:cNvPr id="55" name="直接连接符 54"/>
          <p:cNvCxnSpPr/>
          <p:nvPr/>
        </p:nvCxnSpPr>
        <p:spPr>
          <a:xfrm>
            <a:off x="1207559" y="15449937"/>
            <a:ext cx="13130080" cy="59647"/>
          </a:xfrm>
          <a:prstGeom prst="line">
            <a:avLst/>
          </a:prstGeom>
          <a:ln w="12700">
            <a:solidFill>
              <a:schemeClr val="accent1"/>
            </a:solidFill>
            <a:prstDash val="lgDashDot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矩形: 圆角 56"/>
          <p:cNvSpPr/>
          <p:nvPr/>
        </p:nvSpPr>
        <p:spPr>
          <a:xfrm>
            <a:off x="1652308" y="39639147"/>
            <a:ext cx="278071" cy="71597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145" dirty="0">
              <a:solidFill>
                <a:srgbClr val="4472C4"/>
              </a:solidFill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4519500" y="26361498"/>
            <a:ext cx="5896610" cy="190944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pPr defTabSz="3526790">
              <a:defRPr/>
            </a:pPr>
            <a:r>
              <a:rPr lang="en-US" altLang="zh-CN" sz="5905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Hebrew" pitchFamily="2" charset="-79"/>
                <a:ea typeface="黑体" panose="02010609060101010101" charset="-122"/>
                <a:cs typeface="Arial Hebrew" pitchFamily="2" charset="-79"/>
              </a:rPr>
              <a:t>Primary Results</a:t>
            </a:r>
            <a:endParaRPr lang="en-US" altLang="zh-CN" sz="5905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 Hebrew" pitchFamily="2" charset="-79"/>
              <a:ea typeface="黑体" panose="02010609060101010101" charset="-122"/>
              <a:cs typeface="Arial Hebrew" pitchFamily="2" charset="-79"/>
            </a:endParaRPr>
          </a:p>
          <a:p>
            <a:pPr defTabSz="3526790">
              <a:defRPr/>
            </a:pPr>
            <a:r>
              <a:rPr lang="zh-CN" altLang="en-US" sz="5905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Hebrew" pitchFamily="2" charset="-79"/>
                <a:ea typeface="黑体" panose="02010609060101010101" charset="-122"/>
                <a:cs typeface="Arial Hebrew" pitchFamily="2" charset="-79"/>
              </a:rPr>
              <a:t>初步研究结果</a:t>
            </a:r>
            <a:endParaRPr lang="zh-CN" altLang="en-US" sz="5905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 Hebrew" pitchFamily="2" charset="-79"/>
              <a:ea typeface="黑体" panose="02010609060101010101" charset="-122"/>
              <a:cs typeface="Arial Hebrew" pitchFamily="2" charset="-79"/>
            </a:endParaRPr>
          </a:p>
        </p:txBody>
      </p:sp>
      <p:sp>
        <p:nvSpPr>
          <p:cNvPr id="78" name="矩形: 圆角 73"/>
          <p:cNvSpPr/>
          <p:nvPr/>
        </p:nvSpPr>
        <p:spPr>
          <a:xfrm>
            <a:off x="3956050" y="26675080"/>
            <a:ext cx="295275" cy="72834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 sz="7145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57835" y="8950960"/>
            <a:ext cx="14630400" cy="60972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defTabSz="3526790">
              <a:defRPr/>
            </a:pPr>
            <a:r>
              <a:rPr lang="en-US" altLang="zh-CN" sz="4800" dirty="0">
                <a:ea typeface="黑体" panose="02010609060101010101" charset="-122"/>
                <a:cs typeface="Arial Hebrew" pitchFamily="2" charset="-79"/>
              </a:rPr>
              <a:t>       </a:t>
            </a:r>
            <a:r>
              <a:rPr lang="zh-CN" altLang="en-US" sz="4800" dirty="0">
                <a:ea typeface="黑体" panose="02010609060101010101" charset="-122"/>
                <a:cs typeface="Arial Hebrew" pitchFamily="2" charset="-79"/>
                <a:sym typeface="+mn-ea"/>
              </a:rPr>
              <a:t>本实验基于菲涅尔公式和球体的空间几何对称性，通过搭建正交偏振系统，对不同形态、不同浓度的洗手液泡泡进行观测，探究洗手液泡泡表面彩色条纹和明暗色块的成因。</a:t>
            </a:r>
            <a:endParaRPr lang="zh-CN" altLang="en-US" sz="4800" dirty="0">
              <a:ea typeface="黑体" panose="02010609060101010101" charset="-122"/>
              <a:cs typeface="Arial Hebrew" pitchFamily="2" charset="-79"/>
            </a:endParaRPr>
          </a:p>
          <a:p>
            <a:pPr defTabSz="3526790">
              <a:defRPr/>
            </a:pPr>
            <a:r>
              <a:rPr lang="en-US" altLang="zh-CN" sz="4800" dirty="0">
                <a:ea typeface="黑体" panose="02010609060101010101" charset="-122"/>
                <a:cs typeface="Arial Hebrew" pitchFamily="2" charset="-79"/>
                <a:sym typeface="+mn-ea"/>
              </a:rPr>
              <a:t>        </a:t>
            </a:r>
            <a:endParaRPr lang="zh-CN" altLang="en-US" sz="4800" dirty="0">
              <a:ea typeface="黑体" panose="02010609060101010101" charset="-122"/>
              <a:cs typeface="Arial Hebrew" pitchFamily="2" charset="-79"/>
            </a:endParaRPr>
          </a:p>
          <a:p>
            <a:pPr defTabSz="3526790">
              <a:defRPr/>
            </a:pPr>
            <a:endParaRPr lang="zh-CN" altLang="en-US" sz="4800" dirty="0">
              <a:ea typeface="黑体" panose="02010609060101010101" charset="-122"/>
              <a:cs typeface="Arial Hebrew" pitchFamily="2" charset="-79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6221075" y="9319260"/>
            <a:ext cx="13895070" cy="23900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defTabSz="3526790">
              <a:defRPr/>
            </a:pPr>
            <a:r>
              <a:rPr lang="en-US" altLang="zh-CN" sz="4800" dirty="0">
                <a:ea typeface="黑体" panose="02010609060101010101" charset="-122"/>
                <a:cs typeface="Arial Hebrew" pitchFamily="2" charset="-79"/>
              </a:rPr>
              <a:t>       </a:t>
            </a:r>
            <a:r>
              <a:rPr lang="zh-CN" altLang="en-US" sz="4800" dirty="0">
                <a:ea typeface="黑体" panose="02010609060101010101" charset="-122"/>
                <a:cs typeface="Arial Hebrew" pitchFamily="2" charset="-79"/>
              </a:rPr>
              <a:t>研究目标：探究</a:t>
            </a:r>
            <a:r>
              <a:rPr lang="zh-CN" altLang="en-US" sz="4800" dirty="0">
                <a:solidFill>
                  <a:schemeClr val="tx1"/>
                </a:solidFill>
                <a:ea typeface="黑体" panose="02010609060101010101" charset="-122"/>
                <a:cs typeface="Arial Hebrew" pitchFamily="2" charset="-79"/>
                <a:sym typeface="+mn-lt"/>
              </a:rPr>
              <a:t>泡泡在正交偏振系统下的彩色条纹和明暗色块成因，研究其几何特性、分子表面各向异性、应力等因素的影响及潜在应用。</a:t>
            </a:r>
            <a:endParaRPr lang="zh-CN" altLang="en-US" sz="4800" dirty="0">
              <a:solidFill>
                <a:schemeClr val="tx1"/>
              </a:solidFill>
              <a:ea typeface="黑体" panose="02010609060101010101" charset="-122"/>
              <a:cs typeface="Arial Hebrew" pitchFamily="2" charset="-79"/>
              <a:sym typeface="+mn-lt"/>
            </a:endParaRPr>
          </a:p>
          <a:p>
            <a:pPr defTabSz="3526790">
              <a:defRPr/>
            </a:pPr>
            <a:r>
              <a:rPr lang="en-US" altLang="zh-CN" sz="4800" dirty="0">
                <a:solidFill>
                  <a:schemeClr val="tx1"/>
                </a:solidFill>
                <a:ea typeface="黑体" panose="02010609060101010101" charset="-122"/>
                <a:cs typeface="Arial Hebrew" pitchFamily="2" charset="-79"/>
                <a:sym typeface="+mn-lt"/>
              </a:rPr>
              <a:t>       </a:t>
            </a:r>
            <a:r>
              <a:rPr lang="zh-CN" altLang="en-US" sz="4800" dirty="0">
                <a:solidFill>
                  <a:schemeClr val="tx1"/>
                </a:solidFill>
                <a:ea typeface="黑体" panose="02010609060101010101" charset="-122"/>
                <a:cs typeface="Arial Hebrew" pitchFamily="2" charset="-79"/>
                <a:sym typeface="+mn-lt"/>
              </a:rPr>
              <a:t>实验步骤：</a:t>
            </a:r>
            <a:endParaRPr lang="zh-CN" altLang="en-US" sz="4800" dirty="0">
              <a:solidFill>
                <a:schemeClr val="tx1"/>
              </a:solidFill>
              <a:ea typeface="黑体" panose="02010609060101010101" charset="-122"/>
              <a:cs typeface="Arial Hebrew" pitchFamily="2" charset="-79"/>
              <a:sym typeface="+mn-lt"/>
            </a:endParaRPr>
          </a:p>
          <a:p>
            <a:pPr defTabSz="3526790">
              <a:defRPr/>
            </a:pPr>
            <a:r>
              <a:rPr lang="en-US" altLang="zh-CN" sz="4800" dirty="0">
                <a:solidFill>
                  <a:schemeClr val="tx1"/>
                </a:solidFill>
                <a:ea typeface="黑体" panose="02010609060101010101" charset="-122"/>
                <a:cs typeface="Arial Hebrew" pitchFamily="2" charset="-79"/>
                <a:sym typeface="+mn-lt"/>
              </a:rPr>
              <a:t>1. </a:t>
            </a:r>
            <a:r>
              <a:rPr lang="zh-CN" altLang="en-US" sz="4800" dirty="0">
                <a:solidFill>
                  <a:schemeClr val="tx1"/>
                </a:solidFill>
                <a:ea typeface="黑体" panose="02010609060101010101" charset="-122"/>
                <a:cs typeface="Arial Hebrew" pitchFamily="2" charset="-79"/>
                <a:sym typeface="+mn-lt"/>
              </a:rPr>
              <a:t>配置不同浓度洗手液水混合液，</a:t>
            </a:r>
            <a:endParaRPr lang="zh-CN" altLang="en-US" sz="4800" dirty="0">
              <a:solidFill>
                <a:schemeClr val="tx1"/>
              </a:solidFill>
              <a:ea typeface="黑体" panose="02010609060101010101" charset="-122"/>
              <a:cs typeface="Arial Hebrew" pitchFamily="2" charset="-79"/>
              <a:sym typeface="+mn-lt"/>
            </a:endParaRPr>
          </a:p>
          <a:p>
            <a:pPr defTabSz="3526790">
              <a:defRPr/>
            </a:pPr>
            <a:r>
              <a:rPr lang="zh-CN" altLang="en-US" sz="4800" dirty="0">
                <a:solidFill>
                  <a:schemeClr val="tx1"/>
                </a:solidFill>
                <a:ea typeface="黑体" panose="02010609060101010101" charset="-122"/>
                <a:cs typeface="Arial Hebrew" pitchFamily="2" charset="-79"/>
                <a:sym typeface="+mn-lt"/>
              </a:rPr>
              <a:t>搭建正交偏振系统并在其内观察泡</a:t>
            </a:r>
            <a:endParaRPr lang="zh-CN" altLang="en-US" sz="4800" dirty="0">
              <a:solidFill>
                <a:schemeClr val="tx1"/>
              </a:solidFill>
              <a:ea typeface="黑体" panose="02010609060101010101" charset="-122"/>
              <a:cs typeface="Arial Hebrew" pitchFamily="2" charset="-79"/>
              <a:sym typeface="+mn-lt"/>
            </a:endParaRPr>
          </a:p>
          <a:p>
            <a:pPr defTabSz="3526790">
              <a:defRPr/>
            </a:pPr>
            <a:r>
              <a:rPr lang="zh-CN" altLang="en-US" sz="4800" dirty="0">
                <a:solidFill>
                  <a:schemeClr val="tx1"/>
                </a:solidFill>
                <a:ea typeface="黑体" panose="02010609060101010101" charset="-122"/>
                <a:cs typeface="Arial Hebrew" pitchFamily="2" charset="-79"/>
                <a:sym typeface="+mn-lt"/>
              </a:rPr>
              <a:t>泡；</a:t>
            </a:r>
            <a:endParaRPr lang="zh-CN" altLang="en-US" sz="4800" dirty="0">
              <a:solidFill>
                <a:schemeClr val="tx1"/>
              </a:solidFill>
              <a:ea typeface="黑体" panose="02010609060101010101" charset="-122"/>
              <a:cs typeface="Arial Hebrew" pitchFamily="2" charset="-79"/>
              <a:sym typeface="+mn-lt"/>
            </a:endParaRPr>
          </a:p>
          <a:p>
            <a:pPr defTabSz="3526790">
              <a:defRPr/>
            </a:pPr>
            <a:r>
              <a:rPr lang="en-US" altLang="zh-CN" sz="4800" dirty="0">
                <a:solidFill>
                  <a:schemeClr val="tx1"/>
                </a:solidFill>
                <a:ea typeface="黑体" panose="02010609060101010101" charset="-122"/>
                <a:cs typeface="Arial Hebrew" pitchFamily="2" charset="-79"/>
                <a:sym typeface="+mn-lt"/>
              </a:rPr>
              <a:t>2. </a:t>
            </a:r>
            <a:r>
              <a:rPr lang="zh-CN" altLang="en-US" sz="4800" dirty="0">
                <a:solidFill>
                  <a:schemeClr val="tx1"/>
                </a:solidFill>
                <a:ea typeface="黑体" panose="02010609060101010101" charset="-122"/>
                <a:cs typeface="Arial Hebrew" pitchFamily="2" charset="-79"/>
                <a:sym typeface="+mn-lt"/>
              </a:rPr>
              <a:t>移开检偏器，</a:t>
            </a:r>
            <a:r>
              <a:rPr lang="zh-CN" altLang="en-US" sz="4800" dirty="0">
                <a:ea typeface="黑体" panose="02010609060101010101" charset="-122"/>
                <a:cs typeface="Arial Hebrew" pitchFamily="2" charset="-79"/>
                <a:sym typeface="+mn-lt"/>
              </a:rPr>
              <a:t>观察并记录现象；</a:t>
            </a:r>
            <a:endParaRPr lang="zh-CN" altLang="en-US" sz="4800" dirty="0">
              <a:solidFill>
                <a:schemeClr val="tx1"/>
              </a:solidFill>
              <a:ea typeface="黑体" panose="02010609060101010101" charset="-122"/>
              <a:cs typeface="Arial Hebrew" pitchFamily="2" charset="-79"/>
              <a:sym typeface="+mn-lt"/>
            </a:endParaRPr>
          </a:p>
          <a:p>
            <a:pPr defTabSz="3526790">
              <a:defRPr/>
            </a:pPr>
            <a:endParaRPr lang="en-US" altLang="zh-CN" sz="4800" dirty="0">
              <a:solidFill>
                <a:schemeClr val="tx1"/>
              </a:solidFill>
              <a:ea typeface="黑体" panose="02010609060101010101" charset="-122"/>
              <a:cs typeface="Arial Hebrew" pitchFamily="2" charset="-79"/>
              <a:sym typeface="+mn-lt"/>
            </a:endParaRPr>
          </a:p>
          <a:p>
            <a:pPr defTabSz="3526790">
              <a:defRPr/>
            </a:pPr>
            <a:endParaRPr lang="en-US" altLang="zh-CN" sz="4800" dirty="0">
              <a:solidFill>
                <a:schemeClr val="tx1"/>
              </a:solidFill>
              <a:ea typeface="黑体" panose="02010609060101010101" charset="-122"/>
              <a:cs typeface="Arial Hebrew" pitchFamily="2" charset="-79"/>
              <a:sym typeface="+mn-lt"/>
            </a:endParaRPr>
          </a:p>
          <a:p>
            <a:pPr defTabSz="3526790">
              <a:defRPr/>
            </a:pPr>
            <a:endParaRPr lang="en-US" altLang="zh-CN" sz="4800" dirty="0">
              <a:solidFill>
                <a:schemeClr val="tx1"/>
              </a:solidFill>
              <a:ea typeface="黑体" panose="02010609060101010101" charset="-122"/>
              <a:cs typeface="Arial Hebrew" pitchFamily="2" charset="-79"/>
              <a:sym typeface="+mn-lt"/>
            </a:endParaRPr>
          </a:p>
          <a:p>
            <a:pPr defTabSz="3526790">
              <a:defRPr/>
            </a:pPr>
            <a:endParaRPr lang="en-US" altLang="zh-CN" sz="4800" dirty="0">
              <a:solidFill>
                <a:schemeClr val="tx1"/>
              </a:solidFill>
              <a:ea typeface="黑体" panose="02010609060101010101" charset="-122"/>
              <a:cs typeface="Arial Hebrew" pitchFamily="2" charset="-79"/>
              <a:sym typeface="+mn-lt"/>
            </a:endParaRPr>
          </a:p>
          <a:p>
            <a:pPr defTabSz="3526790">
              <a:defRPr/>
            </a:pPr>
            <a:endParaRPr lang="en-US" altLang="zh-CN" sz="4800" dirty="0">
              <a:solidFill>
                <a:schemeClr val="tx1"/>
              </a:solidFill>
              <a:ea typeface="黑体" panose="02010609060101010101" charset="-122"/>
              <a:cs typeface="Arial Hebrew" pitchFamily="2" charset="-79"/>
              <a:sym typeface="+mn-lt"/>
            </a:endParaRPr>
          </a:p>
          <a:p>
            <a:pPr defTabSz="3526790">
              <a:defRPr/>
            </a:pPr>
            <a:endParaRPr lang="en-US" altLang="zh-CN" sz="4800" dirty="0">
              <a:solidFill>
                <a:schemeClr val="tx1"/>
              </a:solidFill>
              <a:ea typeface="黑体" panose="02010609060101010101" charset="-122"/>
              <a:cs typeface="Arial Hebrew" pitchFamily="2" charset="-79"/>
              <a:sym typeface="+mn-lt"/>
            </a:endParaRPr>
          </a:p>
          <a:p>
            <a:pPr defTabSz="3526790">
              <a:defRPr/>
            </a:pPr>
            <a:r>
              <a:rPr lang="en-US" altLang="zh-CN" sz="4800" dirty="0">
                <a:solidFill>
                  <a:schemeClr val="tx1"/>
                </a:solidFill>
                <a:ea typeface="黑体" panose="02010609060101010101" charset="-122"/>
                <a:cs typeface="Arial Hebrew" pitchFamily="2" charset="-79"/>
                <a:sym typeface="+mn-lt"/>
              </a:rPr>
              <a:t>3. </a:t>
            </a:r>
            <a:r>
              <a:rPr lang="zh-CN" altLang="en-US" sz="4800" dirty="0">
                <a:solidFill>
                  <a:schemeClr val="tx1"/>
                </a:solidFill>
                <a:ea typeface="黑体" panose="02010609060101010101" charset="-122"/>
                <a:cs typeface="Arial Hebrew" pitchFamily="2" charset="-79"/>
                <a:sym typeface="+mn-lt"/>
              </a:rPr>
              <a:t>同步旋转两块偏振片，</a:t>
            </a:r>
            <a:r>
              <a:rPr lang="zh-CN" altLang="en-US" sz="4800" dirty="0">
                <a:ea typeface="黑体" panose="02010609060101010101" charset="-122"/>
                <a:cs typeface="Arial Hebrew" pitchFamily="2" charset="-79"/>
                <a:sym typeface="+mn-lt"/>
              </a:rPr>
              <a:t>观察并记录现象；</a:t>
            </a:r>
            <a:endParaRPr lang="zh-CN" altLang="en-US" sz="4800" dirty="0">
              <a:solidFill>
                <a:schemeClr val="tx1"/>
              </a:solidFill>
              <a:ea typeface="黑体" panose="02010609060101010101" charset="-122"/>
              <a:cs typeface="Arial Hebrew" pitchFamily="2" charset="-79"/>
              <a:sym typeface="+mn-lt"/>
            </a:endParaRPr>
          </a:p>
          <a:p>
            <a:pPr defTabSz="3526790">
              <a:defRPr/>
            </a:pPr>
            <a:r>
              <a:rPr lang="en-US" altLang="zh-CN" sz="4800" dirty="0">
                <a:solidFill>
                  <a:schemeClr val="tx1"/>
                </a:solidFill>
                <a:ea typeface="黑体" panose="02010609060101010101" charset="-122"/>
                <a:cs typeface="Arial Hebrew" pitchFamily="2" charset="-79"/>
                <a:sym typeface="+mn-lt"/>
              </a:rPr>
              <a:t>4. </a:t>
            </a:r>
            <a:r>
              <a:rPr lang="zh-CN" altLang="en-US" sz="4800" dirty="0">
                <a:solidFill>
                  <a:schemeClr val="tx1"/>
                </a:solidFill>
                <a:ea typeface="黑体" panose="02010609060101010101" charset="-122"/>
                <a:cs typeface="Arial Hebrew" pitchFamily="2" charset="-79"/>
                <a:sym typeface="+mn-lt"/>
              </a:rPr>
              <a:t>制取单层泡泡膜置于正交偏振系统中，</a:t>
            </a:r>
            <a:r>
              <a:rPr lang="zh-CN" altLang="en-US" sz="4800" dirty="0">
                <a:ea typeface="黑体" panose="02010609060101010101" charset="-122"/>
                <a:cs typeface="Arial Hebrew" pitchFamily="2" charset="-79"/>
                <a:sym typeface="+mn-lt"/>
              </a:rPr>
              <a:t>观察并记录现象；</a:t>
            </a:r>
            <a:endParaRPr lang="zh-CN" altLang="en-US" sz="4800" dirty="0">
              <a:solidFill>
                <a:schemeClr val="tx1"/>
              </a:solidFill>
              <a:ea typeface="黑体" panose="02010609060101010101" charset="-122"/>
              <a:cs typeface="Arial Hebrew" pitchFamily="2" charset="-79"/>
              <a:sym typeface="+mn-lt"/>
            </a:endParaRPr>
          </a:p>
          <a:p>
            <a:pPr defTabSz="3526790">
              <a:defRPr/>
            </a:pPr>
            <a:endParaRPr lang="en-US" altLang="zh-CN" sz="4800" dirty="0">
              <a:solidFill>
                <a:schemeClr val="tx1"/>
              </a:solidFill>
              <a:ea typeface="黑体" panose="02010609060101010101" charset="-122"/>
              <a:cs typeface="Arial Hebrew" pitchFamily="2" charset="-79"/>
              <a:sym typeface="+mn-lt"/>
            </a:endParaRPr>
          </a:p>
          <a:p>
            <a:pPr defTabSz="3526790">
              <a:defRPr/>
            </a:pPr>
            <a:endParaRPr lang="en-US" altLang="zh-CN" sz="4800" dirty="0">
              <a:solidFill>
                <a:schemeClr val="tx1"/>
              </a:solidFill>
              <a:ea typeface="黑体" panose="02010609060101010101" charset="-122"/>
              <a:cs typeface="Arial Hebrew" pitchFamily="2" charset="-79"/>
              <a:sym typeface="+mn-lt"/>
            </a:endParaRPr>
          </a:p>
          <a:p>
            <a:pPr defTabSz="3526790">
              <a:defRPr/>
            </a:pPr>
            <a:endParaRPr lang="en-US" altLang="zh-CN" sz="4800" dirty="0">
              <a:solidFill>
                <a:schemeClr val="tx1"/>
              </a:solidFill>
              <a:ea typeface="黑体" panose="02010609060101010101" charset="-122"/>
              <a:cs typeface="Arial Hebrew" pitchFamily="2" charset="-79"/>
              <a:sym typeface="+mn-lt"/>
            </a:endParaRPr>
          </a:p>
          <a:p>
            <a:pPr defTabSz="3526790">
              <a:defRPr/>
            </a:pPr>
            <a:endParaRPr lang="en-US" altLang="zh-CN" sz="4800" dirty="0">
              <a:solidFill>
                <a:schemeClr val="tx1"/>
              </a:solidFill>
              <a:ea typeface="黑体" panose="02010609060101010101" charset="-122"/>
              <a:cs typeface="Arial Hebrew" pitchFamily="2" charset="-79"/>
              <a:sym typeface="+mn-lt"/>
            </a:endParaRPr>
          </a:p>
          <a:p>
            <a:pPr defTabSz="3526790">
              <a:defRPr/>
            </a:pPr>
            <a:r>
              <a:rPr lang="en-US" altLang="zh-CN" sz="4800" dirty="0">
                <a:solidFill>
                  <a:schemeClr val="tx1"/>
                </a:solidFill>
                <a:ea typeface="黑体" panose="02010609060101010101" charset="-122"/>
                <a:cs typeface="Arial Hebrew" pitchFamily="2" charset="-79"/>
                <a:sym typeface="+mn-lt"/>
              </a:rPr>
              <a:t>5. </a:t>
            </a:r>
            <a:r>
              <a:rPr lang="zh-CN" altLang="en-US" sz="4800" dirty="0">
                <a:solidFill>
                  <a:schemeClr val="tx1"/>
                </a:solidFill>
                <a:ea typeface="黑体" panose="02010609060101010101" charset="-122"/>
                <a:cs typeface="Arial Hebrew" pitchFamily="2" charset="-79"/>
                <a:sym typeface="+mn-lt"/>
              </a:rPr>
              <a:t>将泡泡附着在两块偏振片相对面，</a:t>
            </a:r>
            <a:r>
              <a:rPr lang="zh-CN" altLang="en-US" sz="4800" dirty="0">
                <a:ea typeface="黑体" panose="02010609060101010101" charset="-122"/>
                <a:cs typeface="Arial Hebrew" pitchFamily="2" charset="-79"/>
                <a:sym typeface="+mn-lt"/>
              </a:rPr>
              <a:t>观察并记录现象；</a:t>
            </a:r>
            <a:endParaRPr lang="zh-CN" altLang="en-US" sz="4800" dirty="0">
              <a:ea typeface="黑体" panose="02010609060101010101" charset="-122"/>
              <a:cs typeface="Arial Hebrew" pitchFamily="2" charset="-79"/>
              <a:sym typeface="+mn-lt"/>
            </a:endParaRPr>
          </a:p>
          <a:p>
            <a:pPr defTabSz="3526790">
              <a:defRPr/>
            </a:pPr>
            <a:r>
              <a:rPr lang="en-US" altLang="zh-CN" sz="4800" dirty="0">
                <a:ea typeface="黑体" panose="02010609060101010101" charset="-122"/>
                <a:cs typeface="Arial Hebrew" pitchFamily="2" charset="-79"/>
                <a:sym typeface="+mn-lt"/>
              </a:rPr>
              <a:t>6.</a:t>
            </a:r>
            <a:r>
              <a:rPr lang="zh-CN" altLang="en-US" sz="4800" dirty="0">
                <a:solidFill>
                  <a:schemeClr val="tx1"/>
                </a:solidFill>
                <a:ea typeface="黑体" panose="02010609060101010101" charset="-122"/>
                <a:cs typeface="Arial Hebrew" pitchFamily="2" charset="-79"/>
                <a:sym typeface="+mn-lt"/>
              </a:rPr>
              <a:t>用棉签蘸取混合液润湿亚克力板，将吹出的泡泡夹在两块亚克力板之间，拉伸成泡泡柱，置于正交偏振系统中，观察并记录；</a:t>
            </a:r>
            <a:endParaRPr lang="zh-CN" altLang="en-US" sz="4800" dirty="0">
              <a:solidFill>
                <a:schemeClr val="tx1"/>
              </a:solidFill>
              <a:ea typeface="黑体" panose="02010609060101010101" charset="-122"/>
              <a:cs typeface="Arial Hebrew" pitchFamily="2" charset="-79"/>
              <a:sym typeface="+mn-lt"/>
            </a:endParaRPr>
          </a:p>
          <a:p>
            <a:pPr defTabSz="3526790">
              <a:defRPr/>
            </a:pPr>
            <a:endParaRPr lang="en-US" altLang="zh-CN" sz="4800" dirty="0">
              <a:solidFill>
                <a:schemeClr val="tx1"/>
              </a:solidFill>
              <a:ea typeface="黑体" panose="02010609060101010101" charset="-122"/>
              <a:cs typeface="Arial Hebrew" pitchFamily="2" charset="-79"/>
              <a:sym typeface="+mn-lt"/>
            </a:endParaRPr>
          </a:p>
          <a:p>
            <a:pPr defTabSz="3526790">
              <a:defRPr/>
            </a:pPr>
            <a:endParaRPr lang="en-US" altLang="zh-CN" sz="4800" dirty="0">
              <a:solidFill>
                <a:schemeClr val="tx1"/>
              </a:solidFill>
              <a:ea typeface="黑体" panose="02010609060101010101" charset="-122"/>
              <a:cs typeface="Arial Hebrew" pitchFamily="2" charset="-79"/>
              <a:sym typeface="+mn-lt"/>
            </a:endParaRPr>
          </a:p>
          <a:p>
            <a:pPr defTabSz="3526790">
              <a:defRPr/>
            </a:pPr>
            <a:endParaRPr lang="en-US" altLang="zh-CN" sz="4800" dirty="0">
              <a:solidFill>
                <a:schemeClr val="tx1"/>
              </a:solidFill>
              <a:ea typeface="黑体" panose="02010609060101010101" charset="-122"/>
              <a:cs typeface="Arial Hebrew" pitchFamily="2" charset="-79"/>
              <a:sym typeface="+mn-lt"/>
            </a:endParaRPr>
          </a:p>
          <a:p>
            <a:pPr defTabSz="3526790">
              <a:defRPr/>
            </a:pPr>
            <a:r>
              <a:rPr lang="en-US" altLang="zh-CN" sz="4800" dirty="0">
                <a:solidFill>
                  <a:schemeClr val="tx1"/>
                </a:solidFill>
                <a:ea typeface="黑体" panose="02010609060101010101" charset="-122"/>
                <a:cs typeface="Arial Hebrew" pitchFamily="2" charset="-79"/>
                <a:sym typeface="+mn-lt"/>
              </a:rPr>
              <a:t>7. </a:t>
            </a:r>
            <a:r>
              <a:rPr lang="zh-CN" altLang="en-US" sz="4800" dirty="0">
                <a:ea typeface="黑体" panose="02010609060101010101" charset="-122"/>
                <a:cs typeface="Arial Hebrew" pitchFamily="2" charset="-79"/>
                <a:sym typeface="+mn-lt"/>
              </a:rPr>
              <a:t>使用</a:t>
            </a:r>
            <a:r>
              <a:rPr lang="zh-CN" altLang="en-US" sz="4800" dirty="0">
                <a:solidFill>
                  <a:schemeClr val="tx1"/>
                </a:solidFill>
                <a:ea typeface="黑体" panose="02010609060101010101" charset="-122"/>
                <a:cs typeface="Arial Hebrew" pitchFamily="2" charset="-79"/>
                <a:sym typeface="+mn-lt"/>
              </a:rPr>
              <a:t>不同浓度洗手液、水混合液，重复实验。</a:t>
            </a:r>
            <a:endParaRPr lang="zh-CN" altLang="en-US" sz="4800" dirty="0">
              <a:solidFill>
                <a:schemeClr val="tx1"/>
              </a:solidFill>
              <a:ea typeface="黑体" panose="02010609060101010101" charset="-122"/>
              <a:cs typeface="Arial Hebrew" pitchFamily="2" charset="-79"/>
              <a:sym typeface="+mn-lt"/>
            </a:endParaRPr>
          </a:p>
          <a:p>
            <a:pPr defTabSz="3526790">
              <a:defRPr/>
            </a:pPr>
            <a:endParaRPr lang="zh-CN" altLang="en-US" sz="5905" spc="-150" dirty="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 Black" panose="020B0A04020102020204" pitchFamily="34" charset="0"/>
              <a:cs typeface="+mn-ea"/>
              <a:sym typeface="+mn-lt"/>
            </a:endParaRPr>
          </a:p>
        </p:txBody>
      </p:sp>
      <p:sp>
        <p:nvSpPr>
          <p:cNvPr id="7" name="Text Placeholder 5"/>
          <p:cNvSpPr txBox="1"/>
          <p:nvPr/>
        </p:nvSpPr>
        <p:spPr>
          <a:xfrm>
            <a:off x="1830705" y="5368290"/>
            <a:ext cx="22905085" cy="840105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defPPr>
              <a:defRPr kern="1200"/>
            </a:defPPr>
            <a:lvl1pPr marL="0" marR="0" indent="0" algn="l" defTabSz="3761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6000" kern="1200" baseline="0">
                <a:solidFill>
                  <a:schemeClr val="tx2"/>
                </a:solidFill>
                <a:latin typeface="Franklin Gothic Heavy" panose="020B0903020102020204" pitchFamily="34" charset="0"/>
                <a:ea typeface="+mn-ea"/>
                <a:cs typeface="+mn-cs"/>
              </a:defRPr>
            </a:lvl1pPr>
            <a:lvl2pPr marL="1880235" indent="0" algn="l" defTabSz="3761105" rtl="0" eaLnBrk="1" latinLnBrk="0" hangingPunct="1">
              <a:spcBef>
                <a:spcPct val="20000"/>
              </a:spcBef>
              <a:buFontTx/>
              <a:buNone/>
              <a:defRPr sz="1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761105" indent="0" algn="l" defTabSz="3761105" rtl="0" eaLnBrk="1" latinLnBrk="0" hangingPunct="1">
              <a:spcBef>
                <a:spcPct val="20000"/>
              </a:spcBef>
              <a:buFontTx/>
              <a:buNone/>
              <a:defRPr sz="9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641340" indent="0" algn="l" defTabSz="3761105" rtl="0" eaLnBrk="1" latinLnBrk="0" hangingPunct="1">
              <a:spcBef>
                <a:spcPct val="20000"/>
              </a:spcBef>
              <a:buFontTx/>
              <a:buNone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522210" indent="0" algn="l" defTabSz="3761105" rtl="0" eaLnBrk="1" latinLnBrk="0" hangingPunct="1">
              <a:spcBef>
                <a:spcPct val="20000"/>
              </a:spcBef>
              <a:buFontTx/>
              <a:buNone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42880" indent="-940435" algn="l" defTabSz="37611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223750" indent="-940435" algn="l" defTabSz="37611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103985" indent="-940435" algn="l" defTabSz="37611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984855" indent="-940435" algn="l" defTabSz="37611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zh-CN" altLang="en-US" sz="433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指导老师 </a:t>
            </a:r>
            <a:r>
              <a:rPr lang="en-US" altLang="zh-CN" sz="433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(Mentors)</a:t>
            </a:r>
            <a:r>
              <a:rPr lang="zh-CN" altLang="en-US" sz="433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：马辉、廖然、麦浩基、张星宇、杨心怡</a:t>
            </a:r>
            <a:endParaRPr lang="zh-CN" altLang="en-US" sz="433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96" r="20314" b="11941"/>
          <a:stretch>
            <a:fillRect/>
          </a:stretch>
        </p:blipFill>
        <p:spPr>
          <a:xfrm>
            <a:off x="0" y="16510"/>
            <a:ext cx="3053080" cy="2916555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595630" y="17796510"/>
            <a:ext cx="14492605" cy="73507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4800" dirty="0">
                <a:ea typeface="黑体" panose="02010609060101010101" charset="-122"/>
                <a:cs typeface="Arial Hebrew" pitchFamily="2" charset="-79"/>
              </a:rPr>
              <a:t>       </a:t>
            </a:r>
            <a:r>
              <a:rPr lang="zh-CN" altLang="en-US" sz="4800" dirty="0">
                <a:ea typeface="黑体" panose="02010609060101010101" charset="-122"/>
                <a:cs typeface="Arial Hebrew" pitchFamily="2" charset="-79"/>
              </a:rPr>
              <a:t>问题意义：泡泡的薄液膜特性与工业聚合物薄膜、生物膜等材料的光学响应具有共性，其偏振效应研究方法可迁移至微液膜厚度检测、薄膜形貌表征。</a:t>
            </a:r>
            <a:endParaRPr lang="zh-CN" altLang="en-US" sz="4800" dirty="0">
              <a:ea typeface="黑体" panose="02010609060101010101" charset="-122"/>
              <a:cs typeface="Arial Hebrew" pitchFamily="2" charset="-79"/>
            </a:endParaRPr>
          </a:p>
          <a:p>
            <a:r>
              <a:rPr lang="en-US" altLang="zh-CN" sz="4800" dirty="0">
                <a:ea typeface="黑体" panose="02010609060101010101" charset="-122"/>
                <a:cs typeface="Arial Hebrew" pitchFamily="2" charset="-79"/>
              </a:rPr>
              <a:t>       </a:t>
            </a:r>
            <a:r>
              <a:rPr lang="zh-CN" altLang="en-US" sz="4800" dirty="0">
                <a:ea typeface="黑体" panose="02010609060101010101" charset="-122"/>
                <a:cs typeface="Arial Hebrew" pitchFamily="2" charset="-79"/>
              </a:rPr>
              <a:t>问题难点：实验易受环境因素影响、稳定性不佳，难以控制泡泡大小及膜的厚度；泡泡表面图样的形成受多个因素干扰，而且难以准确控制这些因素。</a:t>
            </a:r>
            <a:endParaRPr lang="zh-CN" altLang="en-US" sz="4800" dirty="0">
              <a:ea typeface="黑体" panose="02010609060101010101" charset="-122"/>
              <a:cs typeface="Arial Hebrew" pitchFamily="2" charset="-79"/>
            </a:endParaRPr>
          </a:p>
          <a:p>
            <a:r>
              <a:rPr lang="en-US" altLang="zh-CN" sz="4800" dirty="0">
                <a:ea typeface="黑体" panose="02010609060101010101" charset="-122"/>
                <a:cs typeface="Arial Hebrew" pitchFamily="2" charset="-79"/>
              </a:rPr>
              <a:t>       </a:t>
            </a:r>
            <a:r>
              <a:rPr lang="zh-CN" altLang="en-US" sz="4800" dirty="0">
                <a:ea typeface="黑体" panose="02010609060101010101" charset="-122"/>
                <a:cs typeface="Arial Hebrew" pitchFamily="2" charset="-79"/>
              </a:rPr>
              <a:t>研究现状：目前，关于泡泡的研究主要集中在气泡表面分子的分布等方面。</a:t>
            </a:r>
            <a:endParaRPr lang="zh-CN" altLang="en-US" sz="4800" dirty="0">
              <a:ea typeface="黑体" panose="02010609060101010101" charset="-122"/>
              <a:cs typeface="Arial Hebrew" pitchFamily="2" charset="-79"/>
            </a:endParaRPr>
          </a:p>
        </p:txBody>
      </p:sp>
      <p:pic>
        <p:nvPicPr>
          <p:cNvPr id="17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30015" y="15266035"/>
            <a:ext cx="6884670" cy="3651885"/>
          </a:xfrm>
          <a:prstGeom prst="rect">
            <a:avLst/>
          </a:prstGeom>
        </p:spPr>
      </p:pic>
      <p:pic>
        <p:nvPicPr>
          <p:cNvPr id="16" name="图片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96850" y="11532870"/>
            <a:ext cx="4519295" cy="3515360"/>
          </a:xfrm>
          <a:prstGeom prst="rect">
            <a:avLst/>
          </a:prstGeom>
        </p:spPr>
      </p:pic>
      <p:pic>
        <p:nvPicPr>
          <p:cNvPr id="18" name="图片 9" descr="桌子上放着蓝色的星球&#10;&#10;AI 生成的内容可能不正确。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0660" y="21703030"/>
            <a:ext cx="4389755" cy="2919095"/>
          </a:xfrm>
          <a:prstGeom prst="rect">
            <a:avLst/>
          </a:prstGeom>
        </p:spPr>
      </p:pic>
      <p:pic>
        <p:nvPicPr>
          <p:cNvPr id="19" name="图片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184" t="37951" r="24048" b="27355"/>
          <a:stretch>
            <a:fillRect/>
          </a:stretch>
        </p:blipFill>
        <p:spPr>
          <a:xfrm>
            <a:off x="25596850" y="15266035"/>
            <a:ext cx="3927475" cy="3611245"/>
          </a:xfrm>
          <a:prstGeom prst="rect">
            <a:avLst/>
          </a:prstGeom>
        </p:spPr>
      </p:pic>
      <p:pic>
        <p:nvPicPr>
          <p:cNvPr id="21" name="图片 1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307" t="40443" r="40482" b="34235"/>
          <a:stretch>
            <a:fillRect/>
          </a:stretch>
        </p:blipFill>
        <p:spPr>
          <a:xfrm>
            <a:off x="23514685" y="21703030"/>
            <a:ext cx="3910965" cy="2919095"/>
          </a:xfrm>
          <a:prstGeom prst="rect">
            <a:avLst/>
          </a:prstGeom>
        </p:spPr>
      </p:pic>
      <p:pic>
        <p:nvPicPr>
          <p:cNvPr id="22" name="图片 21"/>
          <p:cNvPicPr/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880" t="35846" r="18584" b="18702"/>
          <a:stretch>
            <a:fillRect/>
          </a:stretch>
        </p:blipFill>
        <p:spPr>
          <a:xfrm>
            <a:off x="23514685" y="27621865"/>
            <a:ext cx="4945380" cy="2861945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86655" y="30229175"/>
            <a:ext cx="4222750" cy="3981450"/>
          </a:xfrm>
          <a:prstGeom prst="rect">
            <a:avLst/>
          </a:prstGeom>
        </p:spPr>
      </p:pic>
      <p:pic>
        <p:nvPicPr>
          <p:cNvPr id="24" name="图片 23" descr="图表&#10;&#10;AI 生成的内容可能不正确。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41510" y="30229175"/>
            <a:ext cx="4612005" cy="3982085"/>
          </a:xfrm>
          <a:prstGeom prst="rect">
            <a:avLst/>
          </a:prstGeom>
        </p:spPr>
      </p:pic>
      <p:pic>
        <p:nvPicPr>
          <p:cNvPr id="25" name="图片 24"/>
          <p:cNvPicPr/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21" t="6707" r="1946" b="5437"/>
          <a:stretch>
            <a:fillRect/>
          </a:stretch>
        </p:blipFill>
        <p:spPr>
          <a:xfrm>
            <a:off x="4986655" y="34205545"/>
            <a:ext cx="9166225" cy="4356735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33165" y="31390590"/>
            <a:ext cx="6374130" cy="4048125"/>
          </a:xfrm>
          <a:prstGeom prst="rect">
            <a:avLst/>
          </a:prstGeom>
        </p:spPr>
      </p:pic>
      <p:sp>
        <p:nvSpPr>
          <p:cNvPr id="27" name="文本框 26"/>
          <p:cNvSpPr txBox="1"/>
          <p:nvPr/>
        </p:nvSpPr>
        <p:spPr>
          <a:xfrm>
            <a:off x="23585805" y="32528510"/>
            <a:ext cx="3874770" cy="9474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4800" dirty="0"/>
              <a:t>SSIM值：0.72</a:t>
            </a:r>
            <a:endParaRPr lang="en-US" altLang="zh-CN"/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060065" y="12210415"/>
            <a:ext cx="8294370" cy="308673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595630" y="28443555"/>
            <a:ext cx="13557885" cy="24307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4800" dirty="0">
                <a:ea typeface="黑体" panose="02010609060101010101" charset="-122"/>
                <a:cs typeface="Arial Hebrew" pitchFamily="2" charset="-79"/>
              </a:rPr>
              <a:t>1.彩色条纹形成的原因是光的干涉；</a:t>
            </a:r>
            <a:endParaRPr lang="zh-CN" altLang="en-US" sz="4800" dirty="0">
              <a:ea typeface="黑体" panose="02010609060101010101" charset="-122"/>
              <a:cs typeface="Arial Hebrew" pitchFamily="2" charset="-79"/>
            </a:endParaRPr>
          </a:p>
          <a:p>
            <a:r>
              <a:rPr lang="en-US" altLang="zh-CN" sz="4800" dirty="0">
                <a:ea typeface="黑体" panose="02010609060101010101" charset="-122"/>
                <a:cs typeface="Arial Hebrew" pitchFamily="2" charset="-79"/>
              </a:rPr>
              <a:t>2.</a:t>
            </a:r>
            <a:r>
              <a:rPr lang="zh-CN" altLang="en-US" sz="4800" dirty="0">
                <a:ea typeface="黑体" panose="02010609060101010101" charset="-122"/>
                <a:cs typeface="Arial Hebrew" pitchFamily="2" charset="-79"/>
              </a:rPr>
              <a:t>正交偏振系统下明暗色块形成的原因是</a:t>
            </a:r>
            <a:r>
              <a:rPr lang="zh-CN" altLang="en-US" sz="4800" dirty="0">
                <a:ea typeface="黑体" panose="02010609060101010101" charset="-122"/>
                <a:cs typeface="Arial Hebrew" pitchFamily="2" charset="-79"/>
                <a:sym typeface="+mn-ea"/>
              </a:rPr>
              <a:t>球体几何各向异性</a:t>
            </a:r>
            <a:endParaRPr lang="zh-CN" altLang="en-US" sz="4800" dirty="0">
              <a:ea typeface="黑体" panose="02010609060101010101" charset="-122"/>
              <a:cs typeface="Arial Hebrew" pitchFamily="2" charset="-79"/>
            </a:endParaRPr>
          </a:p>
          <a:p>
            <a:endParaRPr lang="zh-CN" altLang="en-US" sz="4800" dirty="0">
              <a:ea typeface="黑体" panose="02010609060101010101" charset="-122"/>
              <a:cs typeface="Arial Hebrew" pitchFamily="2" charset="-79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MzEwNTM5NzYwMDRjMzkwZTVkZjY2ODkwMGIxNGU0OTUifQ=="/>
  <p:tag name="OPCH-84B0D95A4D8604C09C52FD9429F77D8627304F09BF0BD0EF2604FECC18444B81" val="[{&quot;GradientColorId&quot;:&quot;&quot;,&quot;IsFree&quot;:true,&quot;IsGradient&quot;:false,&quot;ImagePath&quot;:&quot;&quot;,&quot;GradientColor&quot;:null,&quot;SimpleColor&quot;:&quot;#4472C4&quot;}]"/>
</p:tagLst>
</file>

<file path=ppt/theme/theme1.xml><?xml version="1.0" encoding="utf-8"?>
<a:theme xmlns:a="http://schemas.openxmlformats.org/drawingml/2006/main" name="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1138</Words>
  <Application>WPS 演示</Application>
  <PresentationFormat>自定义</PresentationFormat>
  <Paragraphs>69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18" baseType="lpstr">
      <vt:lpstr>Arial</vt:lpstr>
      <vt:lpstr>宋体</vt:lpstr>
      <vt:lpstr>Wingdings</vt:lpstr>
      <vt:lpstr>Arial Hebrew</vt:lpstr>
      <vt:lpstr>Franklin Gothic Heavy</vt:lpstr>
      <vt:lpstr>Arial Black</vt:lpstr>
      <vt:lpstr>HEITI SC MEDIUM</vt:lpstr>
      <vt:lpstr>Yu Gothic</vt:lpstr>
      <vt:lpstr>Times New Roman</vt:lpstr>
      <vt:lpstr>黑体</vt:lpstr>
      <vt:lpstr>微软雅黑</vt:lpstr>
      <vt:lpstr>等线</vt:lpstr>
      <vt:lpstr>等线 Light</vt:lpstr>
      <vt:lpstr>Arial Unicode MS</vt:lpstr>
      <vt:lpstr>Calibri</vt:lpstr>
      <vt:lpstr>webwppDefTheme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Jiawei Li</dc:creator>
  <cp:lastModifiedBy>JLM</cp:lastModifiedBy>
  <cp:revision>33</cp:revision>
  <dcterms:created xsi:type="dcterms:W3CDTF">2022-06-06T06:10:00Z</dcterms:created>
  <dcterms:modified xsi:type="dcterms:W3CDTF">2026-01-28T10:16:12Z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36F9D68F7F1A41D087144086ADA9B8E1_13</vt:lpwstr>
  </property>
</Properties>
</file>